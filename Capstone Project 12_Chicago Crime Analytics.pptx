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2" r:id="rId3"/>
    <p:sldId id="280" r:id="rId4"/>
    <p:sldId id="258" r:id="rId5"/>
    <p:sldId id="273" r:id="rId6"/>
    <p:sldId id="274" r:id="rId7"/>
    <p:sldId id="270" r:id="rId8"/>
    <p:sldId id="260" r:id="rId9"/>
    <p:sldId id="275" r:id="rId10"/>
    <p:sldId id="276" r:id="rId11"/>
    <p:sldId id="277" r:id="rId12"/>
    <p:sldId id="278" r:id="rId13"/>
    <p:sldId id="279" r:id="rId14"/>
    <p:sldId id="269" r:id="rId15"/>
  </p:sldIdLst>
  <p:sldSz cx="12192000" cy="6858000"/>
  <p:notesSz cx="6858000" cy="9144000"/>
  <p:embeddedFontLst>
    <p:embeddedFont>
      <p:font typeface="Aptos Mono" panose="020B0009020202020204" pitchFamily="49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A0103"/>
    <a:srgbClr val="FEBABC"/>
    <a:srgbClr val="EBBC99"/>
    <a:srgbClr val="F7E4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E3992A-946D-43D8-A1EA-9900CB671DC2}" v="130" dt="2026-10-18T02:15:09.9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6" autoAdjust="0"/>
    <p:restoredTop sz="86583" autoAdjust="0"/>
  </p:normalViewPr>
  <p:slideViewPr>
    <p:cSldViewPr snapToGrid="0" snapToObjects="1">
      <p:cViewPr varScale="1">
        <p:scale>
          <a:sx n="68" d="100"/>
          <a:sy n="68" d="100"/>
        </p:scale>
        <p:origin x="72" y="3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73" d="100"/>
        <a:sy n="173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mad Akmal" userId="5df44f1354162eca" providerId="LiveId" clId="{257BC787-A13D-4268-94DD-670B32F7893E}"/>
    <pc:docChg chg="undo custSel addSld delSld modSld sldOrd">
      <pc:chgData name="Ahmad Akmal" userId="5df44f1354162eca" providerId="LiveId" clId="{257BC787-A13D-4268-94DD-670B32F7893E}" dt="2026-10-18T23:28:30.072" v="1634" actId="20577"/>
      <pc:docMkLst>
        <pc:docMk/>
      </pc:docMkLst>
      <pc:sldChg chg="addSp delSp modSp mod modNotesTx">
        <pc:chgData name="Ahmad Akmal" userId="5df44f1354162eca" providerId="LiveId" clId="{257BC787-A13D-4268-94DD-670B32F7893E}" dt="2026-10-18T23:28:05.327" v="1626" actId="20577"/>
        <pc:sldMkLst>
          <pc:docMk/>
          <pc:sldMk cId="0" sldId="256"/>
        </pc:sldMkLst>
        <pc:spChg chg="add mod">
          <ac:chgData name="Ahmad Akmal" userId="5df44f1354162eca" providerId="LiveId" clId="{257BC787-A13D-4268-94DD-670B32F7893E}" dt="2026-10-18T02:15:38.126" v="1606" actId="1076"/>
          <ac:spMkLst>
            <pc:docMk/>
            <pc:sldMk cId="0" sldId="256"/>
            <ac:spMk id="4" creationId="{06699CC3-6C91-D63C-6FD9-7838CF765C50}"/>
          </ac:spMkLst>
        </pc:spChg>
        <pc:spChg chg="mod">
          <ac:chgData name="Ahmad Akmal" userId="5df44f1354162eca" providerId="LiveId" clId="{257BC787-A13D-4268-94DD-670B32F7893E}" dt="2026-10-14T08:23:02.294" v="454" actId="207"/>
          <ac:spMkLst>
            <pc:docMk/>
            <pc:sldMk cId="0" sldId="256"/>
            <ac:spMk id="6" creationId="{00000000-0000-0000-0000-000000000000}"/>
          </ac:spMkLst>
        </pc:spChg>
        <pc:spChg chg="mod">
          <ac:chgData name="Ahmad Akmal" userId="5df44f1354162eca" providerId="LiveId" clId="{257BC787-A13D-4268-94DD-670B32F7893E}" dt="2026-10-18T02:15:26.490" v="1604" actId="113"/>
          <ac:spMkLst>
            <pc:docMk/>
            <pc:sldMk cId="0" sldId="256"/>
            <ac:spMk id="7" creationId="{00000000-0000-0000-0000-000000000000}"/>
          </ac:spMkLst>
        </pc:spChg>
        <pc:spChg chg="mod">
          <ac:chgData name="Ahmad Akmal" userId="5df44f1354162eca" providerId="LiveId" clId="{257BC787-A13D-4268-94DD-670B32F7893E}" dt="2026-10-14T08:23:32.494" v="459" actId="113"/>
          <ac:spMkLst>
            <pc:docMk/>
            <pc:sldMk cId="0" sldId="256"/>
            <ac:spMk id="8" creationId="{00000000-0000-0000-0000-000000000000}"/>
          </ac:spMkLst>
        </pc:spChg>
        <pc:spChg chg="mod">
          <ac:chgData name="Ahmad Akmal" userId="5df44f1354162eca" providerId="LiveId" clId="{257BC787-A13D-4268-94DD-670B32F7893E}" dt="2026-10-17T01:39:46.170" v="1031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hmad Akmal" userId="5df44f1354162eca" providerId="LiveId" clId="{257BC787-A13D-4268-94DD-670B32F7893E}" dt="2026-10-14T08:23:57.332" v="464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hmad Akmal" userId="5df44f1354162eca" providerId="LiveId" clId="{257BC787-A13D-4268-94DD-670B32F7893E}" dt="2026-10-17T01:39:46.170" v="1031" actId="107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hmad Akmal" userId="5df44f1354162eca" providerId="LiveId" clId="{257BC787-A13D-4268-94DD-670B32F7893E}" dt="2026-10-14T08:23:38.901" v="460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hmad Akmal" userId="5df44f1354162eca" providerId="LiveId" clId="{257BC787-A13D-4268-94DD-670B32F7893E}" dt="2026-10-17T01:39:46.170" v="1031" actId="1076"/>
          <ac:spMkLst>
            <pc:docMk/>
            <pc:sldMk cId="0" sldId="256"/>
            <ac:spMk id="13" creationId="{00000000-0000-0000-0000-000000000000}"/>
          </ac:spMkLst>
        </pc:spChg>
      </pc:sldChg>
      <pc:sldChg chg="addSp delSp modSp mod modNotesTx">
        <pc:chgData name="Ahmad Akmal" userId="5df44f1354162eca" providerId="LiveId" clId="{257BC787-A13D-4268-94DD-670B32F7893E}" dt="2026-10-18T23:28:12.528" v="1629" actId="20577"/>
        <pc:sldMkLst>
          <pc:docMk/>
          <pc:sldMk cId="0" sldId="258"/>
        </pc:sldMkLst>
        <pc:spChg chg="mod">
          <ac:chgData name="Ahmad Akmal" userId="5df44f1354162eca" providerId="LiveId" clId="{257BC787-A13D-4268-94DD-670B32F7893E}" dt="2026-10-14T06:54:24.349" v="197"/>
          <ac:spMkLst>
            <pc:docMk/>
            <pc:sldMk cId="0" sldId="258"/>
            <ac:spMk id="4" creationId="{AE26800B-E33F-7536-0C48-3CA3A1A21789}"/>
          </ac:spMkLst>
        </pc:spChg>
        <pc:spChg chg="mod">
          <ac:chgData name="Ahmad Akmal" userId="5df44f1354162eca" providerId="LiveId" clId="{257BC787-A13D-4268-94DD-670B32F7893E}" dt="2026-10-14T06:54:24.349" v="197"/>
          <ac:spMkLst>
            <pc:docMk/>
            <pc:sldMk cId="0" sldId="258"/>
            <ac:spMk id="5" creationId="{1A041CE9-83E7-A2A6-E981-3229CA3EA953}"/>
          </ac:spMkLst>
        </pc:spChg>
        <pc:spChg chg="mod">
          <ac:chgData name="Ahmad Akmal" userId="5df44f1354162eca" providerId="LiveId" clId="{257BC787-A13D-4268-94DD-670B32F7893E}" dt="2026-10-14T06:54:56.049" v="205" actId="571"/>
          <ac:spMkLst>
            <pc:docMk/>
            <pc:sldMk cId="0" sldId="258"/>
            <ac:spMk id="8" creationId="{068AE97B-C836-1D15-1596-B90BD9F96ACC}"/>
          </ac:spMkLst>
        </pc:spChg>
        <pc:spChg chg="mod">
          <ac:chgData name="Ahmad Akmal" userId="5df44f1354162eca" providerId="LiveId" clId="{257BC787-A13D-4268-94DD-670B32F7893E}" dt="2026-10-14T06:54:56.049" v="205" actId="571"/>
          <ac:spMkLst>
            <pc:docMk/>
            <pc:sldMk cId="0" sldId="258"/>
            <ac:spMk id="9" creationId="{674554EE-94D7-34CA-DCE8-EAF1DF6C0F70}"/>
          </ac:spMkLst>
        </pc:spChg>
        <pc:spChg chg="mod">
          <ac:chgData name="Ahmad Akmal" userId="5df44f1354162eca" providerId="LiveId" clId="{257BC787-A13D-4268-94DD-670B32F7893E}" dt="2026-10-14T06:55:37.803" v="212" actId="1410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Ahmad Akmal" userId="5df44f1354162eca" providerId="LiveId" clId="{257BC787-A13D-4268-94DD-670B32F7893E}" dt="2026-10-14T06:55:35.419" v="211" actId="1410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Ahmad Akmal" userId="5df44f1354162eca" providerId="LiveId" clId="{257BC787-A13D-4268-94DD-670B32F7893E}" dt="2026-10-17T01:09:12.499" v="755" actId="113"/>
          <ac:spMkLst>
            <pc:docMk/>
            <pc:sldMk cId="0" sldId="258"/>
            <ac:spMk id="15" creationId="{00000000-0000-0000-0000-000000000000}"/>
          </ac:spMkLst>
        </pc:spChg>
        <pc:spChg chg="mod">
          <ac:chgData name="Ahmad Akmal" userId="5df44f1354162eca" providerId="LiveId" clId="{257BC787-A13D-4268-94DD-670B32F7893E}" dt="2026-10-14T06:55:11.284" v="207" actId="571"/>
          <ac:spMkLst>
            <pc:docMk/>
            <pc:sldMk cId="0" sldId="258"/>
            <ac:spMk id="17" creationId="{B489D1E5-9BF0-853F-2B67-1DFC26898200}"/>
          </ac:spMkLst>
        </pc:spChg>
        <pc:spChg chg="mod">
          <ac:chgData name="Ahmad Akmal" userId="5df44f1354162eca" providerId="LiveId" clId="{257BC787-A13D-4268-94DD-670B32F7893E}" dt="2026-10-14T06:55:11.284" v="207" actId="571"/>
          <ac:spMkLst>
            <pc:docMk/>
            <pc:sldMk cId="0" sldId="258"/>
            <ac:spMk id="18" creationId="{358D9947-3F3F-E6E1-A181-E4B4ED50897E}"/>
          </ac:spMkLst>
        </pc:spChg>
        <pc:spChg chg="mod">
          <ac:chgData name="Ahmad Akmal" userId="5df44f1354162eca" providerId="LiveId" clId="{257BC787-A13D-4268-94DD-670B32F7893E}" dt="2026-10-17T06:02:21.802" v="1384" actId="207"/>
          <ac:spMkLst>
            <pc:docMk/>
            <pc:sldMk cId="0" sldId="258"/>
            <ac:spMk id="25" creationId="{77B06DE9-FC20-AE54-6B92-8174C4C62C1F}"/>
          </ac:spMkLst>
        </pc:spChg>
        <pc:grpChg chg="add mod">
          <ac:chgData name="Ahmad Akmal" userId="5df44f1354162eca" providerId="LiveId" clId="{257BC787-A13D-4268-94DD-670B32F7893E}" dt="2026-10-14T06:54:45.473" v="202" actId="1076"/>
          <ac:grpSpMkLst>
            <pc:docMk/>
            <pc:sldMk cId="0" sldId="258"/>
            <ac:grpSpMk id="2" creationId="{1C70AF9A-4311-7DEA-E192-DCC9B366A733}"/>
          </ac:grpSpMkLst>
        </pc:grpChg>
        <pc:grpChg chg="add mod">
          <ac:chgData name="Ahmad Akmal" userId="5df44f1354162eca" providerId="LiveId" clId="{257BC787-A13D-4268-94DD-670B32F7893E}" dt="2026-10-14T06:55:26.830" v="209" actId="465"/>
          <ac:grpSpMkLst>
            <pc:docMk/>
            <pc:sldMk cId="0" sldId="258"/>
            <ac:grpSpMk id="6" creationId="{EA9B842E-2ADD-97D0-D7CA-689447726919}"/>
          </ac:grpSpMkLst>
        </pc:grpChg>
        <pc:grpChg chg="add mod">
          <ac:chgData name="Ahmad Akmal" userId="5df44f1354162eca" providerId="LiveId" clId="{257BC787-A13D-4268-94DD-670B32F7893E}" dt="2026-10-14T06:55:11.284" v="207" actId="571"/>
          <ac:grpSpMkLst>
            <pc:docMk/>
            <pc:sldMk cId="0" sldId="258"/>
            <ac:grpSpMk id="16" creationId="{6AA249AA-8154-AD52-DA3C-4BD4A346BF7F}"/>
          </ac:grpSpMkLst>
        </pc:grpChg>
      </pc:sldChg>
      <pc:sldChg chg="modSp mod modNotesTx">
        <pc:chgData name="Ahmad Akmal" userId="5df44f1354162eca" providerId="LiveId" clId="{257BC787-A13D-4268-94DD-670B32F7893E}" dt="2026-10-18T23:28:23.070" v="1632" actId="20577"/>
        <pc:sldMkLst>
          <pc:docMk/>
          <pc:sldMk cId="0" sldId="260"/>
        </pc:sldMkLst>
        <pc:spChg chg="mod">
          <ac:chgData name="Ahmad Akmal" userId="5df44f1354162eca" providerId="LiveId" clId="{257BC787-A13D-4268-94DD-670B32F7893E}" dt="2026-10-14T06:37:34.520" v="81" actId="1076"/>
          <ac:spMkLst>
            <pc:docMk/>
            <pc:sldMk cId="0" sldId="260"/>
            <ac:spMk id="16" creationId="{27EAB332-CC7A-96B1-15AF-97880819A8A4}"/>
          </ac:spMkLst>
        </pc:spChg>
        <pc:spChg chg="mod">
          <ac:chgData name="Ahmad Akmal" userId="5df44f1354162eca" providerId="LiveId" clId="{257BC787-A13D-4268-94DD-670B32F7893E}" dt="2026-10-17T06:02:44.132" v="1388" actId="207"/>
          <ac:spMkLst>
            <pc:docMk/>
            <pc:sldMk cId="0" sldId="260"/>
            <ac:spMk id="24" creationId="{AC70E815-A53B-68F9-55D1-BE3690BBA7ED}"/>
          </ac:spMkLst>
        </pc:spChg>
        <pc:picChg chg="mod">
          <ac:chgData name="Ahmad Akmal" userId="5df44f1354162eca" providerId="LiveId" clId="{257BC787-A13D-4268-94DD-670B32F7893E}" dt="2026-10-14T06:37:39.858" v="83" actId="14100"/>
          <ac:picMkLst>
            <pc:docMk/>
            <pc:sldMk cId="0" sldId="260"/>
            <ac:picMk id="36" creationId="{EA018BE2-6A2D-D46D-5429-B9AD21286C22}"/>
          </ac:picMkLst>
        </pc:picChg>
      </pc:sldChg>
      <pc:sldChg chg="delSp modSp mod">
        <pc:chgData name="Ahmad Akmal" userId="5df44f1354162eca" providerId="LiveId" clId="{257BC787-A13D-4268-94DD-670B32F7893E}" dt="2026-10-17T06:03:35.200" v="1420" actId="255"/>
        <pc:sldMkLst>
          <pc:docMk/>
          <pc:sldMk cId="0" sldId="269"/>
        </pc:sldMkLst>
        <pc:spChg chg="mod">
          <ac:chgData name="Ahmad Akmal" userId="5df44f1354162eca" providerId="LiveId" clId="{257BC787-A13D-4268-94DD-670B32F7893E}" dt="2026-10-17T06:03:35.200" v="1420" actId="255"/>
          <ac:spMkLst>
            <pc:docMk/>
            <pc:sldMk cId="0" sldId="269"/>
            <ac:spMk id="4" creationId="{00000000-0000-0000-0000-000000000000}"/>
          </ac:spMkLst>
        </pc:spChg>
        <pc:spChg chg="del mod">
          <ac:chgData name="Ahmad Akmal" userId="5df44f1354162eca" providerId="LiveId" clId="{257BC787-A13D-4268-94DD-670B32F7893E}" dt="2026-10-17T06:03:30.910" v="1419" actId="478"/>
          <ac:spMkLst>
            <pc:docMk/>
            <pc:sldMk cId="0" sldId="269"/>
            <ac:spMk id="5" creationId="{00000000-0000-0000-0000-000000000000}"/>
          </ac:spMkLst>
        </pc:spChg>
      </pc:sldChg>
      <pc:sldChg chg="addSp delSp modSp mod">
        <pc:chgData name="Ahmad Akmal" userId="5df44f1354162eca" providerId="LiveId" clId="{257BC787-A13D-4268-94DD-670B32F7893E}" dt="2026-10-17T06:02:38.615" v="1387" actId="207"/>
        <pc:sldMkLst>
          <pc:docMk/>
          <pc:sldMk cId="1233724560" sldId="270"/>
        </pc:sldMkLst>
        <pc:spChg chg="add mod">
          <ac:chgData name="Ahmad Akmal" userId="5df44f1354162eca" providerId="LiveId" clId="{257BC787-A13D-4268-94DD-670B32F7893E}" dt="2026-10-14T06:58:48.678" v="248" actId="1076"/>
          <ac:spMkLst>
            <pc:docMk/>
            <pc:sldMk cId="1233724560" sldId="270"/>
            <ac:spMk id="2" creationId="{C7AC910E-63CF-071F-8C2B-1D58ADE7AE48}"/>
          </ac:spMkLst>
        </pc:spChg>
        <pc:spChg chg="add mod">
          <ac:chgData name="Ahmad Akmal" userId="5df44f1354162eca" providerId="LiveId" clId="{257BC787-A13D-4268-94DD-670B32F7893E}" dt="2026-10-14T06:58:41.181" v="246" actId="255"/>
          <ac:spMkLst>
            <pc:docMk/>
            <pc:sldMk cId="1233724560" sldId="270"/>
            <ac:spMk id="3" creationId="{8CB4C7DB-BE5C-A9DB-78C6-65D815441545}"/>
          </ac:spMkLst>
        </pc:spChg>
        <pc:spChg chg="mod">
          <ac:chgData name="Ahmad Akmal" userId="5df44f1354162eca" providerId="LiveId" clId="{257BC787-A13D-4268-94DD-670B32F7893E}" dt="2026-10-14T06:59:15.677" v="255" actId="14100"/>
          <ac:spMkLst>
            <pc:docMk/>
            <pc:sldMk cId="1233724560" sldId="270"/>
            <ac:spMk id="5" creationId="{781F67D5-61E9-1070-3846-E794F67991A8}"/>
          </ac:spMkLst>
        </pc:spChg>
        <pc:spChg chg="mod">
          <ac:chgData name="Ahmad Akmal" userId="5df44f1354162eca" providerId="LiveId" clId="{257BC787-A13D-4268-94DD-670B32F7893E}" dt="2026-10-14T06:59:33.833" v="260" actId="14100"/>
          <ac:spMkLst>
            <pc:docMk/>
            <pc:sldMk cId="1233724560" sldId="270"/>
            <ac:spMk id="6" creationId="{9695EEF8-82E7-DABA-111F-150A788D7510}"/>
          </ac:spMkLst>
        </pc:spChg>
        <pc:spChg chg="mod">
          <ac:chgData name="Ahmad Akmal" userId="5df44f1354162eca" providerId="LiveId" clId="{257BC787-A13D-4268-94DD-670B32F7893E}" dt="2026-10-14T06:59:01.888" v="252" actId="1076"/>
          <ac:spMkLst>
            <pc:docMk/>
            <pc:sldMk cId="1233724560" sldId="270"/>
            <ac:spMk id="44" creationId="{212085EB-91E9-AF4F-D252-0005A08AD720}"/>
          </ac:spMkLst>
        </pc:spChg>
        <pc:spChg chg="mod">
          <ac:chgData name="Ahmad Akmal" userId="5df44f1354162eca" providerId="LiveId" clId="{257BC787-A13D-4268-94DD-670B32F7893E}" dt="2026-10-17T02:24:02.932" v="1246" actId="20577"/>
          <ac:spMkLst>
            <pc:docMk/>
            <pc:sldMk cId="1233724560" sldId="270"/>
            <ac:spMk id="52" creationId="{A0CD0E0E-6563-7435-EA28-D7CA94774AF7}"/>
          </ac:spMkLst>
        </pc:spChg>
        <pc:spChg chg="mod">
          <ac:chgData name="Ahmad Akmal" userId="5df44f1354162eca" providerId="LiveId" clId="{257BC787-A13D-4268-94DD-670B32F7893E}" dt="2026-10-14T06:58:45.701" v="247" actId="1076"/>
          <ac:spMkLst>
            <pc:docMk/>
            <pc:sldMk cId="1233724560" sldId="270"/>
            <ac:spMk id="55" creationId="{AEF6F78C-773D-2EC2-B96A-7E3A52EDD5D1}"/>
          </ac:spMkLst>
        </pc:spChg>
        <pc:spChg chg="mod">
          <ac:chgData name="Ahmad Akmal" userId="5df44f1354162eca" providerId="LiveId" clId="{257BC787-A13D-4268-94DD-670B32F7893E}" dt="2026-10-17T06:02:38.615" v="1387" actId="207"/>
          <ac:spMkLst>
            <pc:docMk/>
            <pc:sldMk cId="1233724560" sldId="270"/>
            <ac:spMk id="59" creationId="{1C6B3047-73D6-71A8-6197-D40182FEB559}"/>
          </ac:spMkLst>
        </pc:spChg>
        <pc:grpChg chg="add mod">
          <ac:chgData name="Ahmad Akmal" userId="5df44f1354162eca" providerId="LiveId" clId="{257BC787-A13D-4268-94DD-670B32F7893E}" dt="2026-10-14T06:59:46.466" v="263" actId="1076"/>
          <ac:grpSpMkLst>
            <pc:docMk/>
            <pc:sldMk cId="1233724560" sldId="270"/>
            <ac:grpSpMk id="4" creationId="{D215139B-DC83-1838-B660-66127A6DD1A6}"/>
          </ac:grpSpMkLst>
        </pc:grpChg>
        <pc:cxnChg chg="add mod">
          <ac:chgData name="Ahmad Akmal" userId="5df44f1354162eca" providerId="LiveId" clId="{257BC787-A13D-4268-94DD-670B32F7893E}" dt="2026-10-14T07:00:35.111" v="270" actId="1076"/>
          <ac:cxnSpMkLst>
            <pc:docMk/>
            <pc:sldMk cId="1233724560" sldId="270"/>
            <ac:cxnSpMk id="7" creationId="{3ED1F55D-6C79-0F50-4AC7-A9DAF0CAF363}"/>
          </ac:cxnSpMkLst>
        </pc:cxnChg>
        <pc:cxnChg chg="add mod">
          <ac:chgData name="Ahmad Akmal" userId="5df44f1354162eca" providerId="LiveId" clId="{257BC787-A13D-4268-94DD-670B32F7893E}" dt="2026-10-14T13:28:17.280" v="752" actId="208"/>
          <ac:cxnSpMkLst>
            <pc:docMk/>
            <pc:sldMk cId="1233724560" sldId="270"/>
            <ac:cxnSpMk id="9" creationId="{FBE481C4-D45D-8C6E-0C64-4FB634842A8E}"/>
          </ac:cxnSpMkLst>
        </pc:cxnChg>
      </pc:sldChg>
      <pc:sldChg chg="addSp delSp modSp mod modNotesTx">
        <pc:chgData name="Ahmad Akmal" userId="5df44f1354162eca" providerId="LiveId" clId="{257BC787-A13D-4268-94DD-670B32F7893E}" dt="2026-10-18T23:28:07.867" v="1627" actId="20577"/>
        <pc:sldMkLst>
          <pc:docMk/>
          <pc:sldMk cId="1405688397" sldId="272"/>
        </pc:sldMkLst>
        <pc:spChg chg="add mod">
          <ac:chgData name="Ahmad Akmal" userId="5df44f1354162eca" providerId="LiveId" clId="{257BC787-A13D-4268-94DD-670B32F7893E}" dt="2026-10-17T06:02:11.642" v="1382" actId="207"/>
          <ac:spMkLst>
            <pc:docMk/>
            <pc:sldMk cId="1405688397" sldId="272"/>
            <ac:spMk id="4" creationId="{E862F69A-6BD0-8DD1-B327-1A239D3D6BA6}"/>
          </ac:spMkLst>
        </pc:spChg>
        <pc:spChg chg="add mod">
          <ac:chgData name="Ahmad Akmal" userId="5df44f1354162eca" providerId="LiveId" clId="{257BC787-A13D-4268-94DD-670B32F7893E}" dt="2026-10-17T05:59:27.393" v="1290" actId="207"/>
          <ac:spMkLst>
            <pc:docMk/>
            <pc:sldMk cId="1405688397" sldId="272"/>
            <ac:spMk id="5" creationId="{7C481D8D-EDB7-9C38-D3D7-F1565A5AD71A}"/>
          </ac:spMkLst>
        </pc:spChg>
        <pc:spChg chg="add mod">
          <ac:chgData name="Ahmad Akmal" userId="5df44f1354162eca" providerId="LiveId" clId="{257BC787-A13D-4268-94DD-670B32F7893E}" dt="2026-10-17T05:59:38.138" v="1293" actId="20577"/>
          <ac:spMkLst>
            <pc:docMk/>
            <pc:sldMk cId="1405688397" sldId="272"/>
            <ac:spMk id="6" creationId="{CF2D3530-C08D-B649-3954-DFBE73CE958D}"/>
          </ac:spMkLst>
        </pc:spChg>
        <pc:spChg chg="mod">
          <ac:chgData name="Ahmad Akmal" userId="5df44f1354162eca" providerId="LiveId" clId="{257BC787-A13D-4268-94DD-670B32F7893E}" dt="2026-10-17T01:10:33.972" v="758" actId="14100"/>
          <ac:spMkLst>
            <pc:docMk/>
            <pc:sldMk cId="1405688397" sldId="272"/>
            <ac:spMk id="11" creationId="{C559C736-4498-230E-F3F3-5A01160CA26A}"/>
          </ac:spMkLst>
        </pc:spChg>
        <pc:spChg chg="add mod">
          <ac:chgData name="Ahmad Akmal" userId="5df44f1354162eca" providerId="LiveId" clId="{257BC787-A13D-4268-94DD-670B32F7893E}" dt="2026-10-17T05:59:44.027" v="1296" actId="20577"/>
          <ac:spMkLst>
            <pc:docMk/>
            <pc:sldMk cId="1405688397" sldId="272"/>
            <ac:spMk id="13" creationId="{389D34CE-BC8B-6955-99CD-B19FB6D51CB0}"/>
          </ac:spMkLst>
        </pc:spChg>
        <pc:spChg chg="add mod">
          <ac:chgData name="Ahmad Akmal" userId="5df44f1354162eca" providerId="LiveId" clId="{257BC787-A13D-4268-94DD-670B32F7893E}" dt="2026-10-17T05:59:50.106" v="1299" actId="20577"/>
          <ac:spMkLst>
            <pc:docMk/>
            <pc:sldMk cId="1405688397" sldId="272"/>
            <ac:spMk id="14" creationId="{EECE7037-0FFA-53B6-A27C-0EC058843D68}"/>
          </ac:spMkLst>
        </pc:spChg>
        <pc:spChg chg="add mod">
          <ac:chgData name="Ahmad Akmal" userId="5df44f1354162eca" providerId="LiveId" clId="{257BC787-A13D-4268-94DD-670B32F7893E}" dt="2026-10-17T05:59:54.571" v="1302" actId="20577"/>
          <ac:spMkLst>
            <pc:docMk/>
            <pc:sldMk cId="1405688397" sldId="272"/>
            <ac:spMk id="16" creationId="{513D710A-E186-928C-6C55-7FF1D5C5CBD7}"/>
          </ac:spMkLst>
        </pc:spChg>
        <pc:spChg chg="mod">
          <ac:chgData name="Ahmad Akmal" userId="5df44f1354162eca" providerId="LiveId" clId="{257BC787-A13D-4268-94DD-670B32F7893E}" dt="2026-10-14T11:51:22.801" v="673"/>
          <ac:spMkLst>
            <pc:docMk/>
            <pc:sldMk cId="1405688397" sldId="272"/>
            <ac:spMk id="47" creationId="{C6F7B867-B252-75C9-BF23-855644ADBD4F}"/>
          </ac:spMkLst>
        </pc:spChg>
        <pc:spChg chg="mod">
          <ac:chgData name="Ahmad Akmal" userId="5df44f1354162eca" providerId="LiveId" clId="{257BC787-A13D-4268-94DD-670B32F7893E}" dt="2026-10-14T11:51:30.092" v="674"/>
          <ac:spMkLst>
            <pc:docMk/>
            <pc:sldMk cId="1405688397" sldId="272"/>
            <ac:spMk id="48" creationId="{97B95FB7-A952-5CCF-D904-37947979EE45}"/>
          </ac:spMkLst>
        </pc:spChg>
        <pc:spChg chg="mod">
          <ac:chgData name="Ahmad Akmal" userId="5df44f1354162eca" providerId="LiveId" clId="{257BC787-A13D-4268-94DD-670B32F7893E}" dt="2026-10-14T11:51:36.947" v="675"/>
          <ac:spMkLst>
            <pc:docMk/>
            <pc:sldMk cId="1405688397" sldId="272"/>
            <ac:spMk id="49" creationId="{40BA105A-61F5-B268-C941-DD4F98A84D97}"/>
          </ac:spMkLst>
        </pc:spChg>
        <pc:spChg chg="mod">
          <ac:chgData name="Ahmad Akmal" userId="5df44f1354162eca" providerId="LiveId" clId="{257BC787-A13D-4268-94DD-670B32F7893E}" dt="2026-10-14T11:51:48.855" v="676"/>
          <ac:spMkLst>
            <pc:docMk/>
            <pc:sldMk cId="1405688397" sldId="272"/>
            <ac:spMk id="50" creationId="{AA0DA237-F757-2045-1281-5818FF809F5A}"/>
          </ac:spMkLst>
        </pc:spChg>
        <pc:spChg chg="mod">
          <ac:chgData name="Ahmad Akmal" userId="5df44f1354162eca" providerId="LiveId" clId="{257BC787-A13D-4268-94DD-670B32F7893E}" dt="2026-10-14T11:52:04.669" v="677"/>
          <ac:spMkLst>
            <pc:docMk/>
            <pc:sldMk cId="1405688397" sldId="272"/>
            <ac:spMk id="51" creationId="{29D820B0-E16C-A886-BF88-4F793D038836}"/>
          </ac:spMkLst>
        </pc:spChg>
      </pc:sldChg>
      <pc:sldChg chg="addSp delSp modSp mod modNotesTx">
        <pc:chgData name="Ahmad Akmal" userId="5df44f1354162eca" providerId="LiveId" clId="{257BC787-A13D-4268-94DD-670B32F7893E}" dt="2026-10-18T23:28:14.688" v="1630" actId="20577"/>
        <pc:sldMkLst>
          <pc:docMk/>
          <pc:sldMk cId="851332223" sldId="273"/>
        </pc:sldMkLst>
        <pc:spChg chg="add mod">
          <ac:chgData name="Ahmad Akmal" userId="5df44f1354162eca" providerId="LiveId" clId="{257BC787-A13D-4268-94DD-670B32F7893E}" dt="2026-10-17T06:02:27.940" v="1385" actId="207"/>
          <ac:spMkLst>
            <pc:docMk/>
            <pc:sldMk cId="851332223" sldId="273"/>
            <ac:spMk id="3" creationId="{F07F2FC2-AFF6-04C2-D8B9-97012DE21170}"/>
          </ac:spMkLst>
        </pc:spChg>
        <pc:spChg chg="mod">
          <ac:chgData name="Ahmad Akmal" userId="5df44f1354162eca" providerId="LiveId" clId="{257BC787-A13D-4268-94DD-670B32F7893E}" dt="2026-10-17T02:06:35.683" v="1105" actId="14100"/>
          <ac:spMkLst>
            <pc:docMk/>
            <pc:sldMk cId="851332223" sldId="273"/>
            <ac:spMk id="12" creationId="{CB34F7D8-6566-1F40-AEC5-8754DBFE99E6}"/>
          </ac:spMkLst>
        </pc:spChg>
        <pc:spChg chg="mod">
          <ac:chgData name="Ahmad Akmal" userId="5df44f1354162eca" providerId="LiveId" clId="{257BC787-A13D-4268-94DD-670B32F7893E}" dt="2026-10-17T02:06:17.359" v="1101" actId="14100"/>
          <ac:spMkLst>
            <pc:docMk/>
            <pc:sldMk cId="851332223" sldId="273"/>
            <ac:spMk id="23" creationId="{5246FEDC-356B-D690-2F6D-3DFABBEA03E8}"/>
          </ac:spMkLst>
        </pc:spChg>
        <pc:spChg chg="mod">
          <ac:chgData name="Ahmad Akmal" userId="5df44f1354162eca" providerId="LiveId" clId="{257BC787-A13D-4268-94DD-670B32F7893E}" dt="2026-10-17T02:07:17.974" v="1111" actId="1076"/>
          <ac:spMkLst>
            <pc:docMk/>
            <pc:sldMk cId="851332223" sldId="273"/>
            <ac:spMk id="28" creationId="{D04FFC9F-1E09-2939-F151-0731D96D6322}"/>
          </ac:spMkLst>
        </pc:spChg>
        <pc:spChg chg="mod">
          <ac:chgData name="Ahmad Akmal" userId="5df44f1354162eca" providerId="LiveId" clId="{257BC787-A13D-4268-94DD-670B32F7893E}" dt="2026-10-17T02:20:24.840" v="1209" actId="1036"/>
          <ac:spMkLst>
            <pc:docMk/>
            <pc:sldMk cId="851332223" sldId="273"/>
            <ac:spMk id="30" creationId="{3632A6CE-F180-FE7B-345A-7BB23BF3829E}"/>
          </ac:spMkLst>
        </pc:spChg>
        <pc:spChg chg="mod">
          <ac:chgData name="Ahmad Akmal" userId="5df44f1354162eca" providerId="LiveId" clId="{257BC787-A13D-4268-94DD-670B32F7893E}" dt="2026-10-17T02:07:17.974" v="1111" actId="1076"/>
          <ac:spMkLst>
            <pc:docMk/>
            <pc:sldMk cId="851332223" sldId="273"/>
            <ac:spMk id="31" creationId="{3F3CCC03-C379-3254-4E50-82D9A3F79243}"/>
          </ac:spMkLst>
        </pc:spChg>
        <pc:spChg chg="mod">
          <ac:chgData name="Ahmad Akmal" userId="5df44f1354162eca" providerId="LiveId" clId="{257BC787-A13D-4268-94DD-670B32F7893E}" dt="2026-10-17T02:06:47.016" v="1107" actId="14100"/>
          <ac:spMkLst>
            <pc:docMk/>
            <pc:sldMk cId="851332223" sldId="273"/>
            <ac:spMk id="38" creationId="{832BFD97-2055-92AB-FCF7-49CF977035F2}"/>
          </ac:spMkLst>
        </pc:spChg>
        <pc:spChg chg="mod">
          <ac:chgData name="Ahmad Akmal" userId="5df44f1354162eca" providerId="LiveId" clId="{257BC787-A13D-4268-94DD-670B32F7893E}" dt="2026-10-17T02:07:17.974" v="1111" actId="1076"/>
          <ac:spMkLst>
            <pc:docMk/>
            <pc:sldMk cId="851332223" sldId="273"/>
            <ac:spMk id="39" creationId="{5AF0B246-18DB-48B4-7C72-7E5522A2D389}"/>
          </ac:spMkLst>
        </pc:spChg>
        <pc:spChg chg="mod">
          <ac:chgData name="Ahmad Akmal" userId="5df44f1354162eca" providerId="LiveId" clId="{257BC787-A13D-4268-94DD-670B32F7893E}" dt="2026-10-17T02:07:17.974" v="1111" actId="1076"/>
          <ac:spMkLst>
            <pc:docMk/>
            <pc:sldMk cId="851332223" sldId="273"/>
            <ac:spMk id="40" creationId="{F95C2836-90DE-9A71-97B0-310673F41F29}"/>
          </ac:spMkLst>
        </pc:spChg>
        <pc:spChg chg="mod">
          <ac:chgData name="Ahmad Akmal" userId="5df44f1354162eca" providerId="LiveId" clId="{257BC787-A13D-4268-94DD-670B32F7893E}" dt="2026-10-17T02:20:24.840" v="1209" actId="1036"/>
          <ac:spMkLst>
            <pc:docMk/>
            <pc:sldMk cId="851332223" sldId="273"/>
            <ac:spMk id="41" creationId="{D339DB11-488C-F423-1D6A-F2F5C3CBF224}"/>
          </ac:spMkLst>
        </pc:spChg>
        <pc:grpChg chg="mod">
          <ac:chgData name="Ahmad Akmal" userId="5df44f1354162eca" providerId="LiveId" clId="{257BC787-A13D-4268-94DD-670B32F7893E}" dt="2026-10-17T02:07:17.974" v="1111" actId="1076"/>
          <ac:grpSpMkLst>
            <pc:docMk/>
            <pc:sldMk cId="851332223" sldId="273"/>
            <ac:grpSpMk id="24" creationId="{7EA1B2BC-E294-81DF-1C40-EE0508B87C45}"/>
          </ac:grpSpMkLst>
        </pc:grpChg>
        <pc:grpChg chg="mod">
          <ac:chgData name="Ahmad Akmal" userId="5df44f1354162eca" providerId="LiveId" clId="{257BC787-A13D-4268-94DD-670B32F7893E}" dt="2026-10-17T02:07:17.974" v="1111" actId="1076"/>
          <ac:grpSpMkLst>
            <pc:docMk/>
            <pc:sldMk cId="851332223" sldId="273"/>
            <ac:grpSpMk id="36" creationId="{13A52BA2-8563-6826-6B5A-0496A0D28CF0}"/>
          </ac:grpSpMkLst>
        </pc:grpChg>
        <pc:picChg chg="add mod">
          <ac:chgData name="Ahmad Akmal" userId="5df44f1354162eca" providerId="LiveId" clId="{257BC787-A13D-4268-94DD-670B32F7893E}" dt="2026-10-17T02:16:23.292" v="1142" actId="14100"/>
          <ac:picMkLst>
            <pc:docMk/>
            <pc:sldMk cId="851332223" sldId="273"/>
            <ac:picMk id="5" creationId="{218C3FB5-678E-C674-4D0D-C83BD175AE7C}"/>
          </ac:picMkLst>
        </pc:picChg>
        <pc:picChg chg="add mod modCrop">
          <ac:chgData name="Ahmad Akmal" userId="5df44f1354162eca" providerId="LiveId" clId="{257BC787-A13D-4268-94DD-670B32F7893E}" dt="2026-10-17T02:16:17.918" v="1140" actId="732"/>
          <ac:picMkLst>
            <pc:docMk/>
            <pc:sldMk cId="851332223" sldId="273"/>
            <ac:picMk id="7" creationId="{F88B96F6-6544-6990-24E9-02F9938021F0}"/>
          </ac:picMkLst>
        </pc:picChg>
        <pc:cxnChg chg="add mod">
          <ac:chgData name="Ahmad Akmal" userId="5df44f1354162eca" providerId="LiveId" clId="{257BC787-A13D-4268-94DD-670B32F7893E}" dt="2026-10-17T02:15:38.892" v="1128" actId="1076"/>
          <ac:cxnSpMkLst>
            <pc:docMk/>
            <pc:sldMk cId="851332223" sldId="273"/>
            <ac:cxnSpMk id="2" creationId="{38965A98-B975-71F5-4E9A-6EF4BBE17CB4}"/>
          </ac:cxnSpMkLst>
        </pc:cxnChg>
      </pc:sldChg>
      <pc:sldChg chg="addSp delSp modSp mod modNotesTx">
        <pc:chgData name="Ahmad Akmal" userId="5df44f1354162eca" providerId="LiveId" clId="{257BC787-A13D-4268-94DD-670B32F7893E}" dt="2026-10-18T23:28:18.027" v="1631" actId="20577"/>
        <pc:sldMkLst>
          <pc:docMk/>
          <pc:sldMk cId="3279178822" sldId="274"/>
        </pc:sldMkLst>
        <pc:spChg chg="mod">
          <ac:chgData name="Ahmad Akmal" userId="5df44f1354162eca" providerId="LiveId" clId="{257BC787-A13D-4268-94DD-670B32F7893E}" dt="2026-10-17T06:01:41.333" v="1378" actId="1036"/>
          <ac:spMkLst>
            <pc:docMk/>
            <pc:sldMk cId="3279178822" sldId="274"/>
            <ac:spMk id="2" creationId="{A4D6CF68-82E2-7E0D-E3FA-8EF3211D4ACA}"/>
          </ac:spMkLst>
        </pc:spChg>
        <pc:spChg chg="mod">
          <ac:chgData name="Ahmad Akmal" userId="5df44f1354162eca" providerId="LiveId" clId="{257BC787-A13D-4268-94DD-670B32F7893E}" dt="2026-10-17T02:18:31.342" v="1149"/>
          <ac:spMkLst>
            <pc:docMk/>
            <pc:sldMk cId="3279178822" sldId="274"/>
            <ac:spMk id="8" creationId="{851A401F-7E8B-A43E-F3D5-371BA2EF750A}"/>
          </ac:spMkLst>
        </pc:spChg>
        <pc:spChg chg="add mod">
          <ac:chgData name="Ahmad Akmal" userId="5df44f1354162eca" providerId="LiveId" clId="{257BC787-A13D-4268-94DD-670B32F7893E}" dt="2026-10-17T06:02:32.283" v="1386" actId="207"/>
          <ac:spMkLst>
            <pc:docMk/>
            <pc:sldMk cId="3279178822" sldId="274"/>
            <ac:spMk id="9" creationId="{15268C4C-D0C3-F8EA-5FF5-0D632DCC4433}"/>
          </ac:spMkLst>
        </pc:spChg>
        <pc:spChg chg="mod">
          <ac:chgData name="Ahmad Akmal" userId="5df44f1354162eca" providerId="LiveId" clId="{257BC787-A13D-4268-94DD-670B32F7893E}" dt="2026-10-17T02:18:44.478" v="1152" actId="207"/>
          <ac:spMkLst>
            <pc:docMk/>
            <pc:sldMk cId="3279178822" sldId="274"/>
            <ac:spMk id="12" creationId="{1CBFAEFD-F4A9-5FA7-29F6-361E0CA69622}"/>
          </ac:spMkLst>
        </pc:spChg>
        <pc:spChg chg="add del mod">
          <ac:chgData name="Ahmad Akmal" userId="5df44f1354162eca" providerId="LiveId" clId="{257BC787-A13D-4268-94DD-670B32F7893E}" dt="2026-10-17T02:19:34.748" v="1184" actId="478"/>
          <ac:spMkLst>
            <pc:docMk/>
            <pc:sldMk cId="3279178822" sldId="274"/>
            <ac:spMk id="14" creationId="{D54813FD-751F-92FA-52C8-FE75024F0237}"/>
          </ac:spMkLst>
        </pc:spChg>
        <pc:spChg chg="add del mod">
          <ac:chgData name="Ahmad Akmal" userId="5df44f1354162eca" providerId="LiveId" clId="{257BC787-A13D-4268-94DD-670B32F7893E}" dt="2026-10-17T02:19:49.801" v="1192" actId="478"/>
          <ac:spMkLst>
            <pc:docMk/>
            <pc:sldMk cId="3279178822" sldId="274"/>
            <ac:spMk id="16" creationId="{B28635D4-D8FF-E951-FBB9-802979ABB4A1}"/>
          </ac:spMkLst>
        </pc:spChg>
        <pc:spChg chg="add">
          <ac:chgData name="Ahmad Akmal" userId="5df44f1354162eca" providerId="LiveId" clId="{257BC787-A13D-4268-94DD-670B32F7893E}" dt="2026-10-17T02:19:50.388" v="1193" actId="22"/>
          <ac:spMkLst>
            <pc:docMk/>
            <pc:sldMk cId="3279178822" sldId="274"/>
            <ac:spMk id="18" creationId="{434C55A6-4F6D-C576-C997-57A762F00186}"/>
          </ac:spMkLst>
        </pc:spChg>
        <pc:spChg chg="del mod">
          <ac:chgData name="Ahmad Akmal" userId="5df44f1354162eca" providerId="LiveId" clId="{257BC787-A13D-4268-94DD-670B32F7893E}" dt="2026-10-17T02:19:45.255" v="1190" actId="21"/>
          <ac:spMkLst>
            <pc:docMk/>
            <pc:sldMk cId="3279178822" sldId="274"/>
            <ac:spMk id="20" creationId="{925A62F6-7BA0-F9D2-27F8-60476423C94B}"/>
          </ac:spMkLst>
        </pc:spChg>
        <pc:spChg chg="mod">
          <ac:chgData name="Ahmad Akmal" userId="5df44f1354162eca" providerId="LiveId" clId="{257BC787-A13D-4268-94DD-670B32F7893E}" dt="2026-10-17T02:08:52.418" v="1125" actId="14100"/>
          <ac:spMkLst>
            <pc:docMk/>
            <pc:sldMk cId="3279178822" sldId="274"/>
            <ac:spMk id="22" creationId="{8F524978-8263-5666-6703-C0B6C3FD6EE2}"/>
          </ac:spMkLst>
        </pc:spChg>
        <pc:spChg chg="mod">
          <ac:chgData name="Ahmad Akmal" userId="5df44f1354162eca" providerId="LiveId" clId="{257BC787-A13D-4268-94DD-670B32F7893E}" dt="2026-10-17T02:08:44.470" v="1123" actId="14100"/>
          <ac:spMkLst>
            <pc:docMk/>
            <pc:sldMk cId="3279178822" sldId="274"/>
            <ac:spMk id="23" creationId="{5ACEE00C-8940-523E-7EB4-B4760F4C57FF}"/>
          </ac:spMkLst>
        </pc:spChg>
        <pc:spChg chg="add del">
          <ac:chgData name="Ahmad Akmal" userId="5df44f1354162eca" providerId="LiveId" clId="{257BC787-A13D-4268-94DD-670B32F7893E}" dt="2026-10-17T02:20:09.567" v="1195" actId="22"/>
          <ac:spMkLst>
            <pc:docMk/>
            <pc:sldMk cId="3279178822" sldId="274"/>
            <ac:spMk id="24" creationId="{C8067F49-6D62-C4AE-2067-A8AD52BB54C4}"/>
          </ac:spMkLst>
        </pc:spChg>
        <pc:spChg chg="mod">
          <ac:chgData name="Ahmad Akmal" userId="5df44f1354162eca" providerId="LiveId" clId="{257BC787-A13D-4268-94DD-670B32F7893E}" dt="2026-10-17T02:19:32.329" v="1183" actId="1036"/>
          <ac:spMkLst>
            <pc:docMk/>
            <pc:sldMk cId="3279178822" sldId="274"/>
            <ac:spMk id="25" creationId="{75AD0E24-8CA9-E69E-ADF2-E927DBCBB03A}"/>
          </ac:spMkLst>
        </pc:spChg>
        <pc:spChg chg="mod">
          <ac:chgData name="Ahmad Akmal" userId="5df44f1354162eca" providerId="LiveId" clId="{257BC787-A13D-4268-94DD-670B32F7893E}" dt="2026-10-17T06:01:49.413" v="1381" actId="20577"/>
          <ac:spMkLst>
            <pc:docMk/>
            <pc:sldMk cId="3279178822" sldId="274"/>
            <ac:spMk id="27" creationId="{D836F06E-0EE4-AAB3-5C0B-69B99C948367}"/>
          </ac:spMkLst>
        </pc:spChg>
        <pc:spChg chg="add del mod">
          <ac:chgData name="Ahmad Akmal" userId="5df44f1354162eca" providerId="LiveId" clId="{257BC787-A13D-4268-94DD-670B32F7893E}" dt="2026-10-17T02:20:44.270" v="1213" actId="22"/>
          <ac:spMkLst>
            <pc:docMk/>
            <pc:sldMk cId="3279178822" sldId="274"/>
            <ac:spMk id="28" creationId="{69BBA0B6-7350-8E3E-AD6B-2AA11B7CDD7D}"/>
          </ac:spMkLst>
        </pc:spChg>
        <pc:grpChg chg="add del mod">
          <ac:chgData name="Ahmad Akmal" userId="5df44f1354162eca" providerId="LiveId" clId="{257BC787-A13D-4268-94DD-670B32F7893E}" dt="2026-10-17T02:18:55.788" v="1169" actId="478"/>
          <ac:grpSpMkLst>
            <pc:docMk/>
            <pc:sldMk cId="3279178822" sldId="274"/>
            <ac:grpSpMk id="5" creationId="{34F63C21-549A-E251-2035-65B88144E66B}"/>
          </ac:grpSpMkLst>
        </pc:grpChg>
        <pc:grpChg chg="mod">
          <ac:chgData name="Ahmad Akmal" userId="5df44f1354162eca" providerId="LiveId" clId="{257BC787-A13D-4268-94DD-670B32F7893E}" dt="2026-10-17T02:18:53.075" v="1168" actId="1035"/>
          <ac:grpSpMkLst>
            <pc:docMk/>
            <pc:sldMk cId="3279178822" sldId="274"/>
            <ac:grpSpMk id="21" creationId="{A2EAD691-6F39-6190-5CFF-D967E6D9EA76}"/>
          </ac:grpSpMkLst>
        </pc:grpChg>
        <pc:picChg chg="mod">
          <ac:chgData name="Ahmad Akmal" userId="5df44f1354162eca" providerId="LiveId" clId="{257BC787-A13D-4268-94DD-670B32F7893E}" dt="2026-10-17T06:01:37.877" v="1369" actId="1076"/>
          <ac:picMkLst>
            <pc:docMk/>
            <pc:sldMk cId="3279178822" sldId="274"/>
            <ac:picMk id="10" creationId="{6C006313-89C2-3D08-8CAC-5E3E7F93CBE2}"/>
          </ac:picMkLst>
        </pc:picChg>
        <pc:picChg chg="add mod">
          <ac:chgData name="Ahmad Akmal" userId="5df44f1354162eca" providerId="LiveId" clId="{257BC787-A13D-4268-94DD-670B32F7893E}" dt="2026-10-17T06:01:46.160" v="1380" actId="1076"/>
          <ac:picMkLst>
            <pc:docMk/>
            <pc:sldMk cId="3279178822" sldId="274"/>
            <ac:picMk id="30" creationId="{FF0B0022-A594-5BFE-104D-6B0B8EDE903B}"/>
          </ac:picMkLst>
        </pc:picChg>
        <pc:cxnChg chg="mod">
          <ac:chgData name="Ahmad Akmal" userId="5df44f1354162eca" providerId="LiveId" clId="{257BC787-A13D-4268-94DD-670B32F7893E}" dt="2026-10-17T06:01:41.333" v="1378" actId="1036"/>
          <ac:cxnSpMkLst>
            <pc:docMk/>
            <pc:sldMk cId="3279178822" sldId="274"/>
            <ac:cxnSpMk id="4" creationId="{76AB5BFD-2BA2-6012-33D5-597543C43BAA}"/>
          </ac:cxnSpMkLst>
        </pc:cxnChg>
        <pc:cxnChg chg="mod">
          <ac:chgData name="Ahmad Akmal" userId="5df44f1354162eca" providerId="LiveId" clId="{257BC787-A13D-4268-94DD-670B32F7893E}" dt="2026-10-17T02:16:53.783" v="1145" actId="1076"/>
          <ac:cxnSpMkLst>
            <pc:docMk/>
            <pc:sldMk cId="3279178822" sldId="274"/>
            <ac:cxnSpMk id="11" creationId="{CAA0CA6B-6475-2C0C-69E0-3A94ECC8B125}"/>
          </ac:cxnSpMkLst>
        </pc:cxnChg>
        <pc:cxnChg chg="add mod">
          <ac:chgData name="Ahmad Akmal" userId="5df44f1354162eca" providerId="LiveId" clId="{257BC787-A13D-4268-94DD-670B32F7893E}" dt="2026-10-17T06:01:41.333" v="1378" actId="1036"/>
          <ac:cxnSpMkLst>
            <pc:docMk/>
            <pc:sldMk cId="3279178822" sldId="274"/>
            <ac:cxnSpMk id="32" creationId="{F7D81D69-23E6-8DF8-34B0-642BE7632437}"/>
          </ac:cxnSpMkLst>
        </pc:cxnChg>
      </pc:sldChg>
      <pc:sldChg chg="addSp delSp modSp mod">
        <pc:chgData name="Ahmad Akmal" userId="5df44f1354162eca" providerId="LiveId" clId="{257BC787-A13D-4268-94DD-670B32F7893E}" dt="2026-10-17T06:02:48.501" v="1389" actId="207"/>
        <pc:sldMkLst>
          <pc:docMk/>
          <pc:sldMk cId="204167879" sldId="275"/>
        </pc:sldMkLst>
        <pc:spChg chg="add mod">
          <ac:chgData name="Ahmad Akmal" userId="5df44f1354162eca" providerId="LiveId" clId="{257BC787-A13D-4268-94DD-670B32F7893E}" dt="2026-10-17T06:02:48.501" v="1389" actId="207"/>
          <ac:spMkLst>
            <pc:docMk/>
            <pc:sldMk cId="204167879" sldId="275"/>
            <ac:spMk id="3" creationId="{A33EC22B-72C6-8A13-F825-E187DF6B0873}"/>
          </ac:spMkLst>
        </pc:spChg>
        <pc:spChg chg="mod">
          <ac:chgData name="Ahmad Akmal" userId="5df44f1354162eca" providerId="LiveId" clId="{257BC787-A13D-4268-94DD-670B32F7893E}" dt="2026-10-17T02:26:12.811" v="1266" actId="571"/>
          <ac:spMkLst>
            <pc:docMk/>
            <pc:sldMk cId="204167879" sldId="275"/>
            <ac:spMk id="4" creationId="{1425E33C-437F-A7DC-A883-DE2ADB7CBF88}"/>
          </ac:spMkLst>
        </pc:spChg>
        <pc:spChg chg="mod">
          <ac:chgData name="Ahmad Akmal" userId="5df44f1354162eca" providerId="LiveId" clId="{257BC787-A13D-4268-94DD-670B32F7893E}" dt="2026-10-17T01:50:12.694" v="1046" actId="1076"/>
          <ac:spMkLst>
            <pc:docMk/>
            <pc:sldMk cId="204167879" sldId="275"/>
            <ac:spMk id="5" creationId="{868583B4-ACA8-C2A9-E93C-0373A881DBD2}"/>
          </ac:spMkLst>
        </pc:spChg>
        <pc:spChg chg="mod">
          <ac:chgData name="Ahmad Akmal" userId="5df44f1354162eca" providerId="LiveId" clId="{257BC787-A13D-4268-94DD-670B32F7893E}" dt="2026-10-17T02:26:12.811" v="1266" actId="571"/>
          <ac:spMkLst>
            <pc:docMk/>
            <pc:sldMk cId="204167879" sldId="275"/>
            <ac:spMk id="6" creationId="{76D32845-A589-4CFC-9092-F9C54AA8EC4F}"/>
          </ac:spMkLst>
        </pc:spChg>
        <pc:spChg chg="mod">
          <ac:chgData name="Ahmad Akmal" userId="5df44f1354162eca" providerId="LiveId" clId="{257BC787-A13D-4268-94DD-670B32F7893E}" dt="2026-10-17T02:26:42.141" v="1273" actId="1076"/>
          <ac:spMkLst>
            <pc:docMk/>
            <pc:sldMk cId="204167879" sldId="275"/>
            <ac:spMk id="8" creationId="{84FAF76A-162B-1A6E-444C-121B3998CA2C}"/>
          </ac:spMkLst>
        </pc:spChg>
        <pc:spChg chg="mod">
          <ac:chgData name="Ahmad Akmal" userId="5df44f1354162eca" providerId="LiveId" clId="{257BC787-A13D-4268-94DD-670B32F7893E}" dt="2026-10-17T02:26:12.478" v="1265" actId="571"/>
          <ac:spMkLst>
            <pc:docMk/>
            <pc:sldMk cId="204167879" sldId="275"/>
            <ac:spMk id="9" creationId="{E0EB73D8-520E-647D-6955-5051277B7F8F}"/>
          </ac:spMkLst>
        </pc:spChg>
        <pc:spChg chg="mod">
          <ac:chgData name="Ahmad Akmal" userId="5df44f1354162eca" providerId="LiveId" clId="{257BC787-A13D-4268-94DD-670B32F7893E}" dt="2026-10-17T02:26:12.143" v="1264" actId="1076"/>
          <ac:spMkLst>
            <pc:docMk/>
            <pc:sldMk cId="204167879" sldId="275"/>
            <ac:spMk id="10" creationId="{A30985DA-AE20-0AF5-091E-E2C5D73B8E87}"/>
          </ac:spMkLst>
        </pc:spChg>
        <pc:spChg chg="mod">
          <ac:chgData name="Ahmad Akmal" userId="5df44f1354162eca" providerId="LiveId" clId="{257BC787-A13D-4268-94DD-670B32F7893E}" dt="2026-10-17T02:26:12.478" v="1265" actId="571"/>
          <ac:spMkLst>
            <pc:docMk/>
            <pc:sldMk cId="204167879" sldId="275"/>
            <ac:spMk id="11" creationId="{DEC32DF2-F051-C30C-A28C-28A417EFC0D5}"/>
          </ac:spMkLst>
        </pc:spChg>
        <pc:spChg chg="mod">
          <ac:chgData name="Ahmad Akmal" userId="5df44f1354162eca" providerId="LiveId" clId="{257BC787-A13D-4268-94DD-670B32F7893E}" dt="2026-10-17T02:26:46.915" v="1274" actId="1076"/>
          <ac:spMkLst>
            <pc:docMk/>
            <pc:sldMk cId="204167879" sldId="275"/>
            <ac:spMk id="12" creationId="{81EAE430-BDD4-A860-8136-2D19CD5A884E}"/>
          </ac:spMkLst>
        </pc:spChg>
        <pc:spChg chg="mod">
          <ac:chgData name="Ahmad Akmal" userId="5df44f1354162eca" providerId="LiveId" clId="{257BC787-A13D-4268-94DD-670B32F7893E}" dt="2026-10-17T02:26:12.478" v="1265" actId="571"/>
          <ac:spMkLst>
            <pc:docMk/>
            <pc:sldMk cId="204167879" sldId="275"/>
            <ac:spMk id="15" creationId="{2736B81B-F5A6-85B9-CE9B-7DA5834B24DA}"/>
          </ac:spMkLst>
        </pc:spChg>
        <pc:spChg chg="add mod">
          <ac:chgData name="Ahmad Akmal" userId="5df44f1354162eca" providerId="LiveId" clId="{257BC787-A13D-4268-94DD-670B32F7893E}" dt="2026-10-17T02:25:19.341" v="1252" actId="20577"/>
          <ac:spMkLst>
            <pc:docMk/>
            <pc:sldMk cId="204167879" sldId="275"/>
            <ac:spMk id="16" creationId="{1316645E-397C-C9FB-571C-DA072FA132BE}"/>
          </ac:spMkLst>
        </pc:spChg>
        <pc:spChg chg="add mod">
          <ac:chgData name="Ahmad Akmal" userId="5df44f1354162eca" providerId="LiveId" clId="{257BC787-A13D-4268-94DD-670B32F7893E}" dt="2026-10-17T02:26:42.141" v="1273" actId="1076"/>
          <ac:spMkLst>
            <pc:docMk/>
            <pc:sldMk cId="204167879" sldId="275"/>
            <ac:spMk id="17" creationId="{3E9326D6-4897-5E67-BACA-EF793466B663}"/>
          </ac:spMkLst>
        </pc:spChg>
        <pc:spChg chg="add mod">
          <ac:chgData name="Ahmad Akmal" userId="5df44f1354162eca" providerId="LiveId" clId="{257BC787-A13D-4268-94DD-670B32F7893E}" dt="2026-10-17T02:26:12.143" v="1264" actId="1076"/>
          <ac:spMkLst>
            <pc:docMk/>
            <pc:sldMk cId="204167879" sldId="275"/>
            <ac:spMk id="18" creationId="{BAAE3655-712D-2B01-556E-1D2CBA51B6D5}"/>
          </ac:spMkLst>
        </pc:spChg>
        <pc:spChg chg="add mod">
          <ac:chgData name="Ahmad Akmal" userId="5df44f1354162eca" providerId="LiveId" clId="{257BC787-A13D-4268-94DD-670B32F7893E}" dt="2026-10-17T02:26:46.915" v="1274" actId="1076"/>
          <ac:spMkLst>
            <pc:docMk/>
            <pc:sldMk cId="204167879" sldId="275"/>
            <ac:spMk id="19" creationId="{414F3CB7-8B72-55C5-9F6B-D54B9263892A}"/>
          </ac:spMkLst>
        </pc:spChg>
        <pc:spChg chg="mod">
          <ac:chgData name="Ahmad Akmal" userId="5df44f1354162eca" providerId="LiveId" clId="{257BC787-A13D-4268-94DD-670B32F7893E}" dt="2026-10-17T02:26:20.481" v="1268" actId="14100"/>
          <ac:spMkLst>
            <pc:docMk/>
            <pc:sldMk cId="204167879" sldId="275"/>
            <ac:spMk id="21" creationId="{BCDEDD26-FBD9-7358-D828-0ACE01EA27D3}"/>
          </ac:spMkLst>
        </pc:spChg>
        <pc:spChg chg="mod">
          <ac:chgData name="Ahmad Akmal" userId="5df44f1354162eca" providerId="LiveId" clId="{257BC787-A13D-4268-94DD-670B32F7893E}" dt="2026-10-17T02:26:12.478" v="1265" actId="571"/>
          <ac:spMkLst>
            <pc:docMk/>
            <pc:sldMk cId="204167879" sldId="275"/>
            <ac:spMk id="25" creationId="{3B720A04-42EB-3A08-FDA5-636CC8EC7B41}"/>
          </ac:spMkLst>
        </pc:spChg>
        <pc:spChg chg="mod">
          <ac:chgData name="Ahmad Akmal" userId="5df44f1354162eca" providerId="LiveId" clId="{257BC787-A13D-4268-94DD-670B32F7893E}" dt="2026-10-14T06:51:14.211" v="149"/>
          <ac:spMkLst>
            <pc:docMk/>
            <pc:sldMk cId="204167879" sldId="275"/>
            <ac:spMk id="26" creationId="{8E2EC956-7C31-19D6-0BA6-FC15F89D0469}"/>
          </ac:spMkLst>
        </pc:spChg>
        <pc:spChg chg="mod">
          <ac:chgData name="Ahmad Akmal" userId="5df44f1354162eca" providerId="LiveId" clId="{257BC787-A13D-4268-94DD-670B32F7893E}" dt="2026-10-17T02:26:26.074" v="1269" actId="571"/>
          <ac:spMkLst>
            <pc:docMk/>
            <pc:sldMk cId="204167879" sldId="275"/>
            <ac:spMk id="30" creationId="{1C727264-9920-3952-3819-5C2FC8EDCDCD}"/>
          </ac:spMkLst>
        </pc:spChg>
        <pc:spChg chg="mod">
          <ac:chgData name="Ahmad Akmal" userId="5df44f1354162eca" providerId="LiveId" clId="{257BC787-A13D-4268-94DD-670B32F7893E}" dt="2026-10-17T02:26:26.074" v="1269" actId="571"/>
          <ac:spMkLst>
            <pc:docMk/>
            <pc:sldMk cId="204167879" sldId="275"/>
            <ac:spMk id="31" creationId="{B2FDAE51-068E-6663-FF61-547F463EE1ED}"/>
          </ac:spMkLst>
        </pc:spChg>
        <pc:spChg chg="mod">
          <ac:chgData name="Ahmad Akmal" userId="5df44f1354162eca" providerId="LiveId" clId="{257BC787-A13D-4268-94DD-670B32F7893E}" dt="2026-10-17T02:26:29.387" v="1271" actId="571"/>
          <ac:spMkLst>
            <pc:docMk/>
            <pc:sldMk cId="204167879" sldId="275"/>
            <ac:spMk id="33" creationId="{B32F9980-EF54-2381-EC71-E6CCBD5F2691}"/>
          </ac:spMkLst>
        </pc:spChg>
        <pc:spChg chg="mod">
          <ac:chgData name="Ahmad Akmal" userId="5df44f1354162eca" providerId="LiveId" clId="{257BC787-A13D-4268-94DD-670B32F7893E}" dt="2026-10-17T02:26:29.387" v="1271" actId="571"/>
          <ac:spMkLst>
            <pc:docMk/>
            <pc:sldMk cId="204167879" sldId="275"/>
            <ac:spMk id="34" creationId="{F5B49CF8-82FD-4F0A-F0C8-58BB7C407C56}"/>
          </ac:spMkLst>
        </pc:spChg>
        <pc:spChg chg="mod">
          <ac:chgData name="Ahmad Akmal" userId="5df44f1354162eca" providerId="LiveId" clId="{257BC787-A13D-4268-94DD-670B32F7893E}" dt="2026-10-17T02:26:29.387" v="1271" actId="571"/>
          <ac:spMkLst>
            <pc:docMk/>
            <pc:sldMk cId="204167879" sldId="275"/>
            <ac:spMk id="45" creationId="{E6C0DA22-F281-58E7-72A0-B65BF4930EF1}"/>
          </ac:spMkLst>
        </pc:spChg>
        <pc:spChg chg="mod">
          <ac:chgData name="Ahmad Akmal" userId="5df44f1354162eca" providerId="LiveId" clId="{257BC787-A13D-4268-94DD-670B32F7893E}" dt="2026-10-17T02:26:29.387" v="1271" actId="571"/>
          <ac:spMkLst>
            <pc:docMk/>
            <pc:sldMk cId="204167879" sldId="275"/>
            <ac:spMk id="46" creationId="{7BC12E25-DC8E-62D8-B2A2-AC56742D287E}"/>
          </ac:spMkLst>
        </pc:spChg>
        <pc:spChg chg="mod">
          <ac:chgData name="Ahmad Akmal" userId="5df44f1354162eca" providerId="LiveId" clId="{257BC787-A13D-4268-94DD-670B32F7893E}" dt="2026-10-17T02:26:32.575" v="1272" actId="571"/>
          <ac:spMkLst>
            <pc:docMk/>
            <pc:sldMk cId="204167879" sldId="275"/>
            <ac:spMk id="48" creationId="{3DE65C88-2771-DAC4-A270-9A6CF8E4B99B}"/>
          </ac:spMkLst>
        </pc:spChg>
        <pc:spChg chg="mod">
          <ac:chgData name="Ahmad Akmal" userId="5df44f1354162eca" providerId="LiveId" clId="{257BC787-A13D-4268-94DD-670B32F7893E}" dt="2026-10-17T02:26:32.575" v="1272" actId="571"/>
          <ac:spMkLst>
            <pc:docMk/>
            <pc:sldMk cId="204167879" sldId="275"/>
            <ac:spMk id="49" creationId="{DBD53A73-F5F9-FDF7-2D45-7CAB21E8E851}"/>
          </ac:spMkLst>
        </pc:spChg>
        <pc:spChg chg="mod">
          <ac:chgData name="Ahmad Akmal" userId="5df44f1354162eca" providerId="LiveId" clId="{257BC787-A13D-4268-94DD-670B32F7893E}" dt="2026-10-17T02:26:32.575" v="1272" actId="571"/>
          <ac:spMkLst>
            <pc:docMk/>
            <pc:sldMk cId="204167879" sldId="275"/>
            <ac:spMk id="51" creationId="{35656BD2-A352-90F2-B1F3-5FE50E6B3CEF}"/>
          </ac:spMkLst>
        </pc:spChg>
        <pc:spChg chg="mod">
          <ac:chgData name="Ahmad Akmal" userId="5df44f1354162eca" providerId="LiveId" clId="{257BC787-A13D-4268-94DD-670B32F7893E}" dt="2026-10-17T02:26:32.575" v="1272" actId="571"/>
          <ac:spMkLst>
            <pc:docMk/>
            <pc:sldMk cId="204167879" sldId="275"/>
            <ac:spMk id="52" creationId="{957A263C-8E6E-845D-CA53-D863786DAC3C}"/>
          </ac:spMkLst>
        </pc:spChg>
        <pc:grpChg chg="add mod">
          <ac:chgData name="Ahmad Akmal" userId="5df44f1354162eca" providerId="LiveId" clId="{257BC787-A13D-4268-94DD-670B32F7893E}" dt="2026-10-17T02:26:12.811" v="1266" actId="571"/>
          <ac:grpSpMkLst>
            <pc:docMk/>
            <pc:sldMk cId="204167879" sldId="275"/>
            <ac:grpSpMk id="2" creationId="{D54C9842-FC0B-4F62-8AA1-E1A38CF69E94}"/>
          </ac:grpSpMkLst>
        </pc:grpChg>
        <pc:grpChg chg="add mod">
          <ac:chgData name="Ahmad Akmal" userId="5df44f1354162eca" providerId="LiveId" clId="{257BC787-A13D-4268-94DD-670B32F7893E}" dt="2026-10-17T02:26:12.478" v="1265" actId="571"/>
          <ac:grpSpMkLst>
            <pc:docMk/>
            <pc:sldMk cId="204167879" sldId="275"/>
            <ac:grpSpMk id="7" creationId="{F4D9BD4A-E7FD-2B3B-EFE0-C08997FE165B}"/>
          </ac:grpSpMkLst>
        </pc:grpChg>
        <pc:grpChg chg="add mod">
          <ac:chgData name="Ahmad Akmal" userId="5df44f1354162eca" providerId="LiveId" clId="{257BC787-A13D-4268-94DD-670B32F7893E}" dt="2026-10-17T02:26:12.478" v="1265" actId="571"/>
          <ac:grpSpMkLst>
            <pc:docMk/>
            <pc:sldMk cId="204167879" sldId="275"/>
            <ac:grpSpMk id="13" creationId="{FFA1A181-C8D9-BDAB-8A7A-E261B5C5F0B7}"/>
          </ac:grpSpMkLst>
        </pc:grpChg>
        <pc:grpChg chg="add mod">
          <ac:chgData name="Ahmad Akmal" userId="5df44f1354162eca" providerId="LiveId" clId="{257BC787-A13D-4268-94DD-670B32F7893E}" dt="2026-10-17T01:50:12.694" v="1046" actId="1076"/>
          <ac:grpSpMkLst>
            <pc:docMk/>
            <pc:sldMk cId="204167879" sldId="275"/>
            <ac:grpSpMk id="20" creationId="{27E1F4B3-FCE5-C2D4-3F7C-822382BF6D77}"/>
          </ac:grpSpMkLst>
        </pc:grpChg>
        <pc:grpChg chg="add mod">
          <ac:chgData name="Ahmad Akmal" userId="5df44f1354162eca" providerId="LiveId" clId="{257BC787-A13D-4268-94DD-670B32F7893E}" dt="2026-10-17T02:26:26.074" v="1269" actId="571"/>
          <ac:grpSpMkLst>
            <pc:docMk/>
            <pc:sldMk cId="204167879" sldId="275"/>
            <ac:grpSpMk id="28" creationId="{3F3FB874-8726-92AF-7CB2-7DB615044955}"/>
          </ac:grpSpMkLst>
        </pc:grpChg>
        <pc:grpChg chg="add mod">
          <ac:chgData name="Ahmad Akmal" userId="5df44f1354162eca" providerId="LiveId" clId="{257BC787-A13D-4268-94DD-670B32F7893E}" dt="2026-10-17T02:26:29.387" v="1271" actId="571"/>
          <ac:grpSpMkLst>
            <pc:docMk/>
            <pc:sldMk cId="204167879" sldId="275"/>
            <ac:grpSpMk id="32" creationId="{10DD96E6-D73A-FD95-0C43-4AA7F5BC27F8}"/>
          </ac:grpSpMkLst>
        </pc:grpChg>
        <pc:grpChg chg="add del mod">
          <ac:chgData name="Ahmad Akmal" userId="5df44f1354162eca" providerId="LiveId" clId="{257BC787-A13D-4268-94DD-670B32F7893E}" dt="2026-10-17T02:25:41.469" v="1257" actId="478"/>
          <ac:grpSpMkLst>
            <pc:docMk/>
            <pc:sldMk cId="204167879" sldId="275"/>
            <ac:grpSpMk id="35" creationId="{922079DA-6EDA-8DED-0F13-37C8F385652E}"/>
          </ac:grpSpMkLst>
        </pc:grpChg>
        <pc:grpChg chg="add del mod">
          <ac:chgData name="Ahmad Akmal" userId="5df44f1354162eca" providerId="LiveId" clId="{257BC787-A13D-4268-94DD-670B32F7893E}" dt="2026-10-17T02:25:41.469" v="1257" actId="478"/>
          <ac:grpSpMkLst>
            <pc:docMk/>
            <pc:sldMk cId="204167879" sldId="275"/>
            <ac:grpSpMk id="38" creationId="{29077822-A4C3-B276-3E0F-CF7BD1414626}"/>
          </ac:grpSpMkLst>
        </pc:grpChg>
        <pc:grpChg chg="add del mod">
          <ac:chgData name="Ahmad Akmal" userId="5df44f1354162eca" providerId="LiveId" clId="{257BC787-A13D-4268-94DD-670B32F7893E}" dt="2026-10-17T02:25:41.469" v="1257" actId="478"/>
          <ac:grpSpMkLst>
            <pc:docMk/>
            <pc:sldMk cId="204167879" sldId="275"/>
            <ac:grpSpMk id="41" creationId="{7E129465-E6BC-12B8-9C53-390911FA8AA3}"/>
          </ac:grpSpMkLst>
        </pc:grpChg>
        <pc:grpChg chg="add mod">
          <ac:chgData name="Ahmad Akmal" userId="5df44f1354162eca" providerId="LiveId" clId="{257BC787-A13D-4268-94DD-670B32F7893E}" dt="2026-10-17T02:26:29.387" v="1271" actId="571"/>
          <ac:grpSpMkLst>
            <pc:docMk/>
            <pc:sldMk cId="204167879" sldId="275"/>
            <ac:grpSpMk id="44" creationId="{02D4377B-E7C6-B3FE-A687-AAD580F7AA57}"/>
          </ac:grpSpMkLst>
        </pc:grpChg>
        <pc:grpChg chg="add mod">
          <ac:chgData name="Ahmad Akmal" userId="5df44f1354162eca" providerId="LiveId" clId="{257BC787-A13D-4268-94DD-670B32F7893E}" dt="2026-10-17T02:26:32.575" v="1272" actId="571"/>
          <ac:grpSpMkLst>
            <pc:docMk/>
            <pc:sldMk cId="204167879" sldId="275"/>
            <ac:grpSpMk id="47" creationId="{0109C019-7C80-1DFF-E91F-7C038DD6FE73}"/>
          </ac:grpSpMkLst>
        </pc:grpChg>
        <pc:grpChg chg="add mod">
          <ac:chgData name="Ahmad Akmal" userId="5df44f1354162eca" providerId="LiveId" clId="{257BC787-A13D-4268-94DD-670B32F7893E}" dt="2026-10-17T02:26:32.575" v="1272" actId="571"/>
          <ac:grpSpMkLst>
            <pc:docMk/>
            <pc:sldMk cId="204167879" sldId="275"/>
            <ac:grpSpMk id="50" creationId="{62EF3476-0665-61E7-C6EB-ED907AE19269}"/>
          </ac:grpSpMkLst>
        </pc:grpChg>
        <pc:picChg chg="mod">
          <ac:chgData name="Ahmad Akmal" userId="5df44f1354162eca" providerId="LiveId" clId="{257BC787-A13D-4268-94DD-670B32F7893E}" dt="2026-10-17T02:26:54.176" v="1276" actId="1076"/>
          <ac:picMkLst>
            <pc:docMk/>
            <pc:sldMk cId="204167879" sldId="275"/>
            <ac:picMk id="27" creationId="{60535F58-26B0-A4CF-CE9F-5DDB7617AFA9}"/>
          </ac:picMkLst>
        </pc:picChg>
        <pc:picChg chg="del">
          <ac:chgData name="Ahmad Akmal" userId="5df44f1354162eca" providerId="LiveId" clId="{257BC787-A13D-4268-94DD-670B32F7893E}" dt="2026-10-17T01:53:33.640" v="1076" actId="21"/>
          <ac:picMkLst>
            <pc:docMk/>
            <pc:sldMk cId="204167879" sldId="275"/>
            <ac:picMk id="29" creationId="{4E495D1C-95C1-6F51-40AF-1E29EF3EDF38}"/>
          </ac:picMkLst>
        </pc:picChg>
        <pc:picChg chg="add mod">
          <ac:chgData name="Ahmad Akmal" userId="5df44f1354162eca" providerId="LiveId" clId="{257BC787-A13D-4268-94DD-670B32F7893E}" dt="2026-10-17T02:32:53.849" v="1280" actId="14100"/>
          <ac:picMkLst>
            <pc:docMk/>
            <pc:sldMk cId="204167879" sldId="275"/>
            <ac:picMk id="54" creationId="{021EB4E4-95D3-6F7A-9569-C05028A650B4}"/>
          </ac:picMkLst>
        </pc:picChg>
        <pc:cxnChg chg="add mod">
          <ac:chgData name="Ahmad Akmal" userId="5df44f1354162eca" providerId="LiveId" clId="{257BC787-A13D-4268-94DD-670B32F7893E}" dt="2026-10-17T02:26:51.682" v="1275" actId="1076"/>
          <ac:cxnSpMkLst>
            <pc:docMk/>
            <pc:sldMk cId="204167879" sldId="275"/>
            <ac:cxnSpMk id="14" creationId="{E41D244A-1B63-C328-C3AD-19B6F780D22D}"/>
          </ac:cxnSpMkLst>
        </pc:cxnChg>
      </pc:sldChg>
      <pc:sldChg chg="addSp delSp modSp mod">
        <pc:chgData name="Ahmad Akmal" userId="5df44f1354162eca" providerId="LiveId" clId="{257BC787-A13D-4268-94DD-670B32F7893E}" dt="2026-10-17T06:02:52.781" v="1390" actId="207"/>
        <pc:sldMkLst>
          <pc:docMk/>
          <pc:sldMk cId="3079380835" sldId="276"/>
        </pc:sldMkLst>
        <pc:spChg chg="mod">
          <ac:chgData name="Ahmad Akmal" userId="5df44f1354162eca" providerId="LiveId" clId="{257BC787-A13D-4268-94DD-670B32F7893E}" dt="2026-10-14T06:48:46.960" v="125" actId="164"/>
          <ac:spMkLst>
            <pc:docMk/>
            <pc:sldMk cId="3079380835" sldId="276"/>
            <ac:spMk id="3" creationId="{8093BD9E-B283-8189-FCE7-3FA965D6FBD7}"/>
          </ac:spMkLst>
        </pc:spChg>
        <pc:spChg chg="del mod">
          <ac:chgData name="Ahmad Akmal" userId="5df44f1354162eca" providerId="LiveId" clId="{257BC787-A13D-4268-94DD-670B32F7893E}" dt="2026-10-17T01:50:53.877" v="1051" actId="478"/>
          <ac:spMkLst>
            <pc:docMk/>
            <pc:sldMk cId="3079380835" sldId="276"/>
            <ac:spMk id="5" creationId="{180C9A38-1D7C-3A62-D501-387F6FBCF614}"/>
          </ac:spMkLst>
        </pc:spChg>
        <pc:spChg chg="mod">
          <ac:chgData name="Ahmad Akmal" userId="5df44f1354162eca" providerId="LiveId" clId="{257BC787-A13D-4268-94DD-670B32F7893E}" dt="2026-10-17T01:51:42.877" v="1068" actId="1076"/>
          <ac:spMkLst>
            <pc:docMk/>
            <pc:sldMk cId="3079380835" sldId="276"/>
            <ac:spMk id="8" creationId="{728869DB-32C1-D012-6F7E-B06733028DDD}"/>
          </ac:spMkLst>
        </pc:spChg>
        <pc:spChg chg="add mod">
          <ac:chgData name="Ahmad Akmal" userId="5df44f1354162eca" providerId="LiveId" clId="{257BC787-A13D-4268-94DD-670B32F7893E}" dt="2026-10-17T06:02:52.781" v="1390" actId="207"/>
          <ac:spMkLst>
            <pc:docMk/>
            <pc:sldMk cId="3079380835" sldId="276"/>
            <ac:spMk id="9" creationId="{A4326D9A-80E4-5493-BCC5-B9B4396E225F}"/>
          </ac:spMkLst>
        </pc:spChg>
        <pc:spChg chg="mod">
          <ac:chgData name="Ahmad Akmal" userId="5df44f1354162eca" providerId="LiveId" clId="{257BC787-A13D-4268-94DD-670B32F7893E}" dt="2026-10-17T01:52:19.072" v="1073" actId="1076"/>
          <ac:spMkLst>
            <pc:docMk/>
            <pc:sldMk cId="3079380835" sldId="276"/>
            <ac:spMk id="10" creationId="{7F97DF91-7D97-C828-4104-A5602676E098}"/>
          </ac:spMkLst>
        </pc:spChg>
        <pc:spChg chg="add del mod">
          <ac:chgData name="Ahmad Akmal" userId="5df44f1354162eca" providerId="LiveId" clId="{257BC787-A13D-4268-94DD-670B32F7893E}" dt="2026-10-17T01:51:33.846" v="1065" actId="21"/>
          <ac:spMkLst>
            <pc:docMk/>
            <pc:sldMk cId="3079380835" sldId="276"/>
            <ac:spMk id="11" creationId="{F760DB2E-5906-2DE9-7945-4FC51626C1E2}"/>
          </ac:spMkLst>
        </pc:spChg>
        <pc:spChg chg="add mod">
          <ac:chgData name="Ahmad Akmal" userId="5df44f1354162eca" providerId="LiveId" clId="{257BC787-A13D-4268-94DD-670B32F7893E}" dt="2026-10-14T06:50:43.470" v="144" actId="1076"/>
          <ac:spMkLst>
            <pc:docMk/>
            <pc:sldMk cId="3079380835" sldId="276"/>
            <ac:spMk id="12" creationId="{4717E02D-DDE8-7B6A-BA23-98C489139642}"/>
          </ac:spMkLst>
        </pc:spChg>
        <pc:spChg chg="add del">
          <ac:chgData name="Ahmad Akmal" userId="5df44f1354162eca" providerId="LiveId" clId="{257BC787-A13D-4268-94DD-670B32F7893E}" dt="2026-10-17T01:50:51.064" v="1050" actId="21"/>
          <ac:spMkLst>
            <pc:docMk/>
            <pc:sldMk cId="3079380835" sldId="276"/>
            <ac:spMk id="14" creationId="{9D4A5A08-EC23-BAF6-AFDC-7292C726F60B}"/>
          </ac:spMkLst>
        </pc:spChg>
        <pc:spChg chg="add mod">
          <ac:chgData name="Ahmad Akmal" userId="5df44f1354162eca" providerId="LiveId" clId="{257BC787-A13D-4268-94DD-670B32F7893E}" dt="2026-10-17T01:52:19.072" v="1073" actId="1076"/>
          <ac:spMkLst>
            <pc:docMk/>
            <pc:sldMk cId="3079380835" sldId="276"/>
            <ac:spMk id="15" creationId="{2C1BB9DA-E06C-4816-8120-8D647A8AAD49}"/>
          </ac:spMkLst>
        </pc:spChg>
        <pc:spChg chg="add mod">
          <ac:chgData name="Ahmad Akmal" userId="5df44f1354162eca" providerId="LiveId" clId="{257BC787-A13D-4268-94DD-670B32F7893E}" dt="2026-10-14T06:48:46.960" v="125" actId="164"/>
          <ac:spMkLst>
            <pc:docMk/>
            <pc:sldMk cId="3079380835" sldId="276"/>
            <ac:spMk id="18" creationId="{6326B7FE-8A53-6A97-4A12-B5B65F3352E8}"/>
          </ac:spMkLst>
        </pc:spChg>
        <pc:spChg chg="mod">
          <ac:chgData name="Ahmad Akmal" userId="5df44f1354162eca" providerId="LiveId" clId="{257BC787-A13D-4268-94DD-670B32F7893E}" dt="2026-10-14T06:49:22.413" v="134" actId="571"/>
          <ac:spMkLst>
            <pc:docMk/>
            <pc:sldMk cId="3079380835" sldId="276"/>
            <ac:spMk id="22" creationId="{0BE40148-FA4B-E713-8799-D9934141A0D6}"/>
          </ac:spMkLst>
        </pc:spChg>
        <pc:spChg chg="mod">
          <ac:chgData name="Ahmad Akmal" userId="5df44f1354162eca" providerId="LiveId" clId="{257BC787-A13D-4268-94DD-670B32F7893E}" dt="2026-10-14T06:49:22.413" v="134" actId="571"/>
          <ac:spMkLst>
            <pc:docMk/>
            <pc:sldMk cId="3079380835" sldId="276"/>
            <ac:spMk id="23" creationId="{86F2CD06-CAB4-85C5-32EA-B28487D9EB04}"/>
          </ac:spMkLst>
        </pc:spChg>
        <pc:spChg chg="mod">
          <ac:chgData name="Ahmad Akmal" userId="5df44f1354162eca" providerId="LiveId" clId="{257BC787-A13D-4268-94DD-670B32F7893E}" dt="2026-10-14T06:49:26.051" v="135" actId="571"/>
          <ac:spMkLst>
            <pc:docMk/>
            <pc:sldMk cId="3079380835" sldId="276"/>
            <ac:spMk id="25" creationId="{29072A74-837C-F939-E450-14F1DF032003}"/>
          </ac:spMkLst>
        </pc:spChg>
        <pc:spChg chg="mod">
          <ac:chgData name="Ahmad Akmal" userId="5df44f1354162eca" providerId="LiveId" clId="{257BC787-A13D-4268-94DD-670B32F7893E}" dt="2026-10-14T06:49:26.051" v="135" actId="571"/>
          <ac:spMkLst>
            <pc:docMk/>
            <pc:sldMk cId="3079380835" sldId="276"/>
            <ac:spMk id="26" creationId="{8ECB5742-7E87-013D-43BB-0847551DFC55}"/>
          </ac:spMkLst>
        </pc:spChg>
        <pc:spChg chg="add mod">
          <ac:chgData name="Ahmad Akmal" userId="5df44f1354162eca" providerId="LiveId" clId="{257BC787-A13D-4268-94DD-670B32F7893E}" dt="2026-10-17T01:50:57.171" v="1053" actId="20577"/>
          <ac:spMkLst>
            <pc:docMk/>
            <pc:sldMk cId="3079380835" sldId="276"/>
            <ac:spMk id="27" creationId="{3F4C151E-9670-4455-2DF5-44B9006858FB}"/>
          </ac:spMkLst>
        </pc:spChg>
        <pc:spChg chg="add del mod">
          <ac:chgData name="Ahmad Akmal" userId="5df44f1354162eca" providerId="LiveId" clId="{257BC787-A13D-4268-94DD-670B32F7893E}" dt="2026-10-17T01:51:35.783" v="1066" actId="478"/>
          <ac:spMkLst>
            <pc:docMk/>
            <pc:sldMk cId="3079380835" sldId="276"/>
            <ac:spMk id="29" creationId="{F6827295-6BC1-F967-45AD-6B0BA138171E}"/>
          </ac:spMkLst>
        </pc:spChg>
        <pc:spChg chg="add">
          <ac:chgData name="Ahmad Akmal" userId="5df44f1354162eca" providerId="LiveId" clId="{257BC787-A13D-4268-94DD-670B32F7893E}" dt="2026-10-17T01:51:36.231" v="1067" actId="22"/>
          <ac:spMkLst>
            <pc:docMk/>
            <pc:sldMk cId="3079380835" sldId="276"/>
            <ac:spMk id="31" creationId="{62ED92AF-3C88-89A4-3EB8-F200BD4C5420}"/>
          </ac:spMkLst>
        </pc:spChg>
        <pc:spChg chg="add del mod">
          <ac:chgData name="Ahmad Akmal" userId="5df44f1354162eca" providerId="LiveId" clId="{257BC787-A13D-4268-94DD-670B32F7893E}" dt="2026-10-17T01:52:20.761" v="1074" actId="478"/>
          <ac:spMkLst>
            <pc:docMk/>
            <pc:sldMk cId="3079380835" sldId="276"/>
            <ac:spMk id="32" creationId="{B6771A2D-F3C8-3E9B-CFBE-958C1B7287E1}"/>
          </ac:spMkLst>
        </pc:spChg>
        <pc:grpChg chg="add mod">
          <ac:chgData name="Ahmad Akmal" userId="5df44f1354162eca" providerId="LiveId" clId="{257BC787-A13D-4268-94DD-670B32F7893E}" dt="2026-10-17T01:49:59.099" v="1045" actId="1076"/>
          <ac:grpSpMkLst>
            <pc:docMk/>
            <pc:sldMk cId="3079380835" sldId="276"/>
            <ac:grpSpMk id="20" creationId="{A04239E1-CBE8-27E8-7563-4AA6EAC27FF4}"/>
          </ac:grpSpMkLst>
        </pc:grpChg>
        <pc:grpChg chg="add mod">
          <ac:chgData name="Ahmad Akmal" userId="5df44f1354162eca" providerId="LiveId" clId="{257BC787-A13D-4268-94DD-670B32F7893E}" dt="2026-10-14T06:49:22.413" v="134" actId="571"/>
          <ac:grpSpMkLst>
            <pc:docMk/>
            <pc:sldMk cId="3079380835" sldId="276"/>
            <ac:grpSpMk id="21" creationId="{47CB0F48-B1ED-8B01-57C3-71CCAD6CC4B4}"/>
          </ac:grpSpMkLst>
        </pc:grpChg>
        <pc:grpChg chg="add mod">
          <ac:chgData name="Ahmad Akmal" userId="5df44f1354162eca" providerId="LiveId" clId="{257BC787-A13D-4268-94DD-670B32F7893E}" dt="2026-10-14T06:49:31.317" v="136" actId="1076"/>
          <ac:grpSpMkLst>
            <pc:docMk/>
            <pc:sldMk cId="3079380835" sldId="276"/>
            <ac:grpSpMk id="24" creationId="{3D10F806-752C-068E-EE2E-8027EF895A35}"/>
          </ac:grpSpMkLst>
        </pc:grpChg>
        <pc:picChg chg="add del mod">
          <ac:chgData name="Ahmad Akmal" userId="5df44f1354162eca" providerId="LiveId" clId="{257BC787-A13D-4268-94DD-670B32F7893E}" dt="2026-10-17T01:54:02.861" v="1080" actId="1076"/>
          <ac:picMkLst>
            <pc:docMk/>
            <pc:sldMk cId="3079380835" sldId="276"/>
            <ac:picMk id="16" creationId="{B1622CBF-2813-C556-8472-F781D81AE984}"/>
          </ac:picMkLst>
        </pc:picChg>
        <pc:picChg chg="mod modCrop">
          <ac:chgData name="Ahmad Akmal" userId="5df44f1354162eca" providerId="LiveId" clId="{257BC787-A13D-4268-94DD-670B32F7893E}" dt="2026-10-17T01:54:59.993" v="1089" actId="732"/>
          <ac:picMkLst>
            <pc:docMk/>
            <pc:sldMk cId="3079380835" sldId="276"/>
            <ac:picMk id="19" creationId="{C95AC1B8-754F-A72F-5880-361E6D28486D}"/>
          </ac:picMkLst>
        </pc:picChg>
        <pc:picChg chg="add mod">
          <ac:chgData name="Ahmad Akmal" userId="5df44f1354162eca" providerId="LiveId" clId="{257BC787-A13D-4268-94DD-670B32F7893E}" dt="2026-10-17T01:54:52.389" v="1088" actId="1076"/>
          <ac:picMkLst>
            <pc:docMk/>
            <pc:sldMk cId="3079380835" sldId="276"/>
            <ac:picMk id="34" creationId="{04C8C2AD-B8E2-81DA-4FB4-5F5E59399722}"/>
          </ac:picMkLst>
        </pc:picChg>
        <pc:cxnChg chg="add mod">
          <ac:chgData name="Ahmad Akmal" userId="5df44f1354162eca" providerId="LiveId" clId="{257BC787-A13D-4268-94DD-670B32F7893E}" dt="2026-10-17T01:52:43.091" v="1075" actId="1076"/>
          <ac:cxnSpMkLst>
            <pc:docMk/>
            <pc:sldMk cId="3079380835" sldId="276"/>
            <ac:cxnSpMk id="6" creationId="{65A31C4C-97CF-A593-C908-A75243C901DD}"/>
          </ac:cxnSpMkLst>
        </pc:cxnChg>
      </pc:sldChg>
      <pc:sldChg chg="addSp delSp modSp add del mod modNotesTx">
        <pc:chgData name="Ahmad Akmal" userId="5df44f1354162eca" providerId="LiveId" clId="{257BC787-A13D-4268-94DD-670B32F7893E}" dt="2026-10-18T23:28:28" v="1633" actId="20577"/>
        <pc:sldMkLst>
          <pc:docMk/>
          <pc:sldMk cId="629003884" sldId="277"/>
        </pc:sldMkLst>
        <pc:spChg chg="mod">
          <ac:chgData name="Ahmad Akmal" userId="5df44f1354162eca" providerId="LiveId" clId="{257BC787-A13D-4268-94DD-670B32F7893E}" dt="2026-10-14T09:03:00.423" v="561" actId="1076"/>
          <ac:spMkLst>
            <pc:docMk/>
            <pc:sldMk cId="629003884" sldId="277"/>
            <ac:spMk id="4" creationId="{02DF0915-B166-DC61-D8D3-1CC57693E5EC}"/>
          </ac:spMkLst>
        </pc:spChg>
        <pc:spChg chg="mod">
          <ac:chgData name="Ahmad Akmal" userId="5df44f1354162eca" providerId="LiveId" clId="{257BC787-A13D-4268-94DD-670B32F7893E}" dt="2026-10-14T11:43:47.377" v="659" actId="20577"/>
          <ac:spMkLst>
            <pc:docMk/>
            <pc:sldMk cId="629003884" sldId="277"/>
            <ac:spMk id="5" creationId="{07207C90-6CBE-2D34-1ECE-E80206A596F7}"/>
          </ac:spMkLst>
        </pc:spChg>
        <pc:spChg chg="mod">
          <ac:chgData name="Ahmad Akmal" userId="5df44f1354162eca" providerId="LiveId" clId="{257BC787-A13D-4268-94DD-670B32F7893E}" dt="2026-10-14T11:41:59.444" v="616"/>
          <ac:spMkLst>
            <pc:docMk/>
            <pc:sldMk cId="629003884" sldId="277"/>
            <ac:spMk id="8" creationId="{05EE49B0-C79A-D5DC-771A-A7E379BF2F7F}"/>
          </ac:spMkLst>
        </pc:spChg>
        <pc:spChg chg="mod">
          <ac:chgData name="Ahmad Akmal" userId="5df44f1354162eca" providerId="LiveId" clId="{257BC787-A13D-4268-94DD-670B32F7893E}" dt="2026-10-14T09:03:00.423" v="561" actId="1076"/>
          <ac:spMkLst>
            <pc:docMk/>
            <pc:sldMk cId="629003884" sldId="277"/>
            <ac:spMk id="10" creationId="{74C5E6F5-47D6-A646-8A51-93167DAAC7DF}"/>
          </ac:spMkLst>
        </pc:spChg>
        <pc:spChg chg="mod">
          <ac:chgData name="Ahmad Akmal" userId="5df44f1354162eca" providerId="LiveId" clId="{257BC787-A13D-4268-94DD-670B32F7893E}" dt="2026-10-17T06:02:57.417" v="1391" actId="207"/>
          <ac:spMkLst>
            <pc:docMk/>
            <pc:sldMk cId="629003884" sldId="277"/>
            <ac:spMk id="14" creationId="{CFC510AB-226D-B8EB-6677-86FCF19BCB3B}"/>
          </ac:spMkLst>
        </pc:spChg>
        <pc:spChg chg="mod">
          <ac:chgData name="Ahmad Akmal" userId="5df44f1354162eca" providerId="LiveId" clId="{257BC787-A13D-4268-94DD-670B32F7893E}" dt="2026-10-14T06:54:07.364" v="196"/>
          <ac:spMkLst>
            <pc:docMk/>
            <pc:sldMk cId="629003884" sldId="277"/>
            <ac:spMk id="15" creationId="{BD8039D8-2213-8D65-30E3-B9E6A725B23E}"/>
          </ac:spMkLst>
        </pc:spChg>
        <pc:spChg chg="mod">
          <ac:chgData name="Ahmad Akmal" userId="5df44f1354162eca" providerId="LiveId" clId="{257BC787-A13D-4268-94DD-670B32F7893E}" dt="2026-10-14T06:54:07.364" v="196"/>
          <ac:spMkLst>
            <pc:docMk/>
            <pc:sldMk cId="629003884" sldId="277"/>
            <ac:spMk id="16" creationId="{314EF2E8-BDA5-28F9-6B74-9BCCF7603AA2}"/>
          </ac:spMkLst>
        </pc:spChg>
        <pc:spChg chg="mod">
          <ac:chgData name="Ahmad Akmal" userId="5df44f1354162eca" providerId="LiveId" clId="{257BC787-A13D-4268-94DD-670B32F7893E}" dt="2026-10-14T07:03:38.787" v="301" actId="571"/>
          <ac:spMkLst>
            <pc:docMk/>
            <pc:sldMk cId="629003884" sldId="277"/>
            <ac:spMk id="18" creationId="{7A8FC138-7D53-46C2-8754-A467AE95B975}"/>
          </ac:spMkLst>
        </pc:spChg>
        <pc:spChg chg="mod">
          <ac:chgData name="Ahmad Akmal" userId="5df44f1354162eca" providerId="LiveId" clId="{257BC787-A13D-4268-94DD-670B32F7893E}" dt="2026-10-14T07:03:38.787" v="301" actId="571"/>
          <ac:spMkLst>
            <pc:docMk/>
            <pc:sldMk cId="629003884" sldId="277"/>
            <ac:spMk id="19" creationId="{188294CD-0A62-9E02-87C8-2EB684B98EA8}"/>
          </ac:spMkLst>
        </pc:spChg>
        <pc:spChg chg="mod">
          <ac:chgData name="Ahmad Akmal" userId="5df44f1354162eca" providerId="LiveId" clId="{257BC787-A13D-4268-94DD-670B32F7893E}" dt="2026-10-14T07:03:42.343" v="302" actId="571"/>
          <ac:spMkLst>
            <pc:docMk/>
            <pc:sldMk cId="629003884" sldId="277"/>
            <ac:spMk id="21" creationId="{128E6BF9-FC9E-6B5D-1C3A-FF52DED82505}"/>
          </ac:spMkLst>
        </pc:spChg>
        <pc:spChg chg="mod">
          <ac:chgData name="Ahmad Akmal" userId="5df44f1354162eca" providerId="LiveId" clId="{257BC787-A13D-4268-94DD-670B32F7893E}" dt="2026-10-14T07:03:42.343" v="302" actId="571"/>
          <ac:spMkLst>
            <pc:docMk/>
            <pc:sldMk cId="629003884" sldId="277"/>
            <ac:spMk id="22" creationId="{7D28DF40-FBE8-CE46-B36B-8FD8BF1E1A44}"/>
          </ac:spMkLst>
        </pc:spChg>
        <pc:spChg chg="mod">
          <ac:chgData name="Ahmad Akmal" userId="5df44f1354162eca" providerId="LiveId" clId="{257BC787-A13D-4268-94DD-670B32F7893E}" dt="2026-10-14T07:03:50.627" v="304" actId="571"/>
          <ac:spMkLst>
            <pc:docMk/>
            <pc:sldMk cId="629003884" sldId="277"/>
            <ac:spMk id="24" creationId="{56C20F50-5D06-B138-128F-86D52CA1899A}"/>
          </ac:spMkLst>
        </pc:spChg>
        <pc:spChg chg="mod">
          <ac:chgData name="Ahmad Akmal" userId="5df44f1354162eca" providerId="LiveId" clId="{257BC787-A13D-4268-94DD-670B32F7893E}" dt="2026-10-14T07:03:50.627" v="304" actId="571"/>
          <ac:spMkLst>
            <pc:docMk/>
            <pc:sldMk cId="629003884" sldId="277"/>
            <ac:spMk id="25" creationId="{E2FDB91D-D9F7-EE98-CAEB-96D2BF30F501}"/>
          </ac:spMkLst>
        </pc:spChg>
        <pc:spChg chg="add mod">
          <ac:chgData name="Ahmad Akmal" userId="5df44f1354162eca" providerId="LiveId" clId="{257BC787-A13D-4268-94DD-670B32F7893E}" dt="2026-10-14T08:59:15.296" v="536" actId="1076"/>
          <ac:spMkLst>
            <pc:docMk/>
            <pc:sldMk cId="629003884" sldId="277"/>
            <ac:spMk id="27" creationId="{ECFA96D9-A00F-5D29-F5CA-923AA274A69D}"/>
          </ac:spMkLst>
        </pc:spChg>
        <pc:spChg chg="add mod">
          <ac:chgData name="Ahmad Akmal" userId="5df44f1354162eca" providerId="LiveId" clId="{257BC787-A13D-4268-94DD-670B32F7893E}" dt="2026-10-14T08:59:15.296" v="536" actId="1076"/>
          <ac:spMkLst>
            <pc:docMk/>
            <pc:sldMk cId="629003884" sldId="277"/>
            <ac:spMk id="29" creationId="{231725FE-A8CE-14E4-4E57-F68266BFF825}"/>
          </ac:spMkLst>
        </pc:spChg>
        <pc:spChg chg="add mod">
          <ac:chgData name="Ahmad Akmal" userId="5df44f1354162eca" providerId="LiveId" clId="{257BC787-A13D-4268-94DD-670B32F7893E}" dt="2026-10-14T08:59:15.296" v="536" actId="1076"/>
          <ac:spMkLst>
            <pc:docMk/>
            <pc:sldMk cId="629003884" sldId="277"/>
            <ac:spMk id="30" creationId="{0C163F78-BFEE-D094-7952-A758AC1D5EDD}"/>
          </ac:spMkLst>
        </pc:spChg>
        <pc:spChg chg="add mod">
          <ac:chgData name="Ahmad Akmal" userId="5df44f1354162eca" providerId="LiveId" clId="{257BC787-A13D-4268-94DD-670B32F7893E}" dt="2026-10-14T11:43:28.524" v="656" actId="1076"/>
          <ac:spMkLst>
            <pc:docMk/>
            <pc:sldMk cId="629003884" sldId="277"/>
            <ac:spMk id="31" creationId="{7D3990A6-EBC8-25E4-B2C8-E60F734521F8}"/>
          </ac:spMkLst>
        </pc:spChg>
        <pc:spChg chg="add mod">
          <ac:chgData name="Ahmad Akmal" userId="5df44f1354162eca" providerId="LiveId" clId="{257BC787-A13D-4268-94DD-670B32F7893E}" dt="2026-10-14T11:43:32.691" v="657" actId="1076"/>
          <ac:spMkLst>
            <pc:docMk/>
            <pc:sldMk cId="629003884" sldId="277"/>
            <ac:spMk id="32" creationId="{A4D0BC80-7A9A-D3CB-B5ED-7DDF453871D4}"/>
          </ac:spMkLst>
        </pc:spChg>
        <pc:spChg chg="add mod">
          <ac:chgData name="Ahmad Akmal" userId="5df44f1354162eca" providerId="LiveId" clId="{257BC787-A13D-4268-94DD-670B32F7893E}" dt="2026-10-14T11:43:23.489" v="653" actId="1076"/>
          <ac:spMkLst>
            <pc:docMk/>
            <pc:sldMk cId="629003884" sldId="277"/>
            <ac:spMk id="33" creationId="{24A0F2A0-CB80-F3A7-7CD4-C2B9A1D1AD86}"/>
          </ac:spMkLst>
        </pc:spChg>
        <pc:spChg chg="add mod">
          <ac:chgData name="Ahmad Akmal" userId="5df44f1354162eca" providerId="LiveId" clId="{257BC787-A13D-4268-94DD-670B32F7893E}" dt="2026-10-14T11:54:21.678" v="679" actId="1076"/>
          <ac:spMkLst>
            <pc:docMk/>
            <pc:sldMk cId="629003884" sldId="277"/>
            <ac:spMk id="34" creationId="{F9C1F17F-6226-AFC8-5391-9EF723F950F4}"/>
          </ac:spMkLst>
        </pc:spChg>
        <pc:spChg chg="add mod">
          <ac:chgData name="Ahmad Akmal" userId="5df44f1354162eca" providerId="LiveId" clId="{257BC787-A13D-4268-94DD-670B32F7893E}" dt="2026-10-14T11:54:21.678" v="679" actId="1076"/>
          <ac:spMkLst>
            <pc:docMk/>
            <pc:sldMk cId="629003884" sldId="277"/>
            <ac:spMk id="35" creationId="{2964B92F-0AC1-0841-D914-BC5577868FC5}"/>
          </ac:spMkLst>
        </pc:spChg>
        <pc:spChg chg="add mod">
          <ac:chgData name="Ahmad Akmal" userId="5df44f1354162eca" providerId="LiveId" clId="{257BC787-A13D-4268-94DD-670B32F7893E}" dt="2026-10-14T11:54:21.678" v="679" actId="1076"/>
          <ac:spMkLst>
            <pc:docMk/>
            <pc:sldMk cId="629003884" sldId="277"/>
            <ac:spMk id="36" creationId="{5BD4ACC5-AA6A-6917-F7AC-2C8AFC953069}"/>
          </ac:spMkLst>
        </pc:spChg>
        <pc:grpChg chg="add mod">
          <ac:chgData name="Ahmad Akmal" userId="5df44f1354162eca" providerId="LiveId" clId="{257BC787-A13D-4268-94DD-670B32F7893E}" dt="2026-10-14T08:12:07.894" v="337" actId="14100"/>
          <ac:grpSpMkLst>
            <pc:docMk/>
            <pc:sldMk cId="629003884" sldId="277"/>
            <ac:grpSpMk id="6" creationId="{C86AB7E0-629F-61FA-3E0D-AE26BA0C72B2}"/>
          </ac:grpSpMkLst>
        </pc:grpChg>
        <pc:grpChg chg="add mod">
          <ac:chgData name="Ahmad Akmal" userId="5df44f1354162eca" providerId="LiveId" clId="{257BC787-A13D-4268-94DD-670B32F7893E}" dt="2026-10-14T08:56:59.190" v="505" actId="1076"/>
          <ac:grpSpMkLst>
            <pc:docMk/>
            <pc:sldMk cId="629003884" sldId="277"/>
            <ac:grpSpMk id="17" creationId="{C290CEDE-2648-4D50-8897-5171C2C9AD18}"/>
          </ac:grpSpMkLst>
        </pc:grpChg>
        <pc:grpChg chg="add mod">
          <ac:chgData name="Ahmad Akmal" userId="5df44f1354162eca" providerId="LiveId" clId="{257BC787-A13D-4268-94DD-670B32F7893E}" dt="2026-10-14T07:03:42.343" v="302" actId="571"/>
          <ac:grpSpMkLst>
            <pc:docMk/>
            <pc:sldMk cId="629003884" sldId="277"/>
            <ac:grpSpMk id="20" creationId="{D46DDC70-F607-6D9B-85B1-B91FFE2002F3}"/>
          </ac:grpSpMkLst>
        </pc:grpChg>
        <pc:grpChg chg="add mod">
          <ac:chgData name="Ahmad Akmal" userId="5df44f1354162eca" providerId="LiveId" clId="{257BC787-A13D-4268-94DD-670B32F7893E}" dt="2026-10-14T08:56:59.190" v="505" actId="1076"/>
          <ac:grpSpMkLst>
            <pc:docMk/>
            <pc:sldMk cId="629003884" sldId="277"/>
            <ac:grpSpMk id="23" creationId="{26671056-3F55-3CD3-1033-0C6D1B99CD39}"/>
          </ac:grpSpMkLst>
        </pc:grpChg>
        <pc:cxnChg chg="add mod">
          <ac:chgData name="Ahmad Akmal" userId="5df44f1354162eca" providerId="LiveId" clId="{257BC787-A13D-4268-94DD-670B32F7893E}" dt="2026-10-14T08:57:09.052" v="507" actId="1076"/>
          <ac:cxnSpMkLst>
            <pc:docMk/>
            <pc:sldMk cId="629003884" sldId="277"/>
            <ac:cxnSpMk id="37" creationId="{618F1585-4E02-63FA-AA38-89D23BD07863}"/>
          </ac:cxnSpMkLst>
        </pc:cxnChg>
        <pc:cxnChg chg="add mod">
          <ac:chgData name="Ahmad Akmal" userId="5df44f1354162eca" providerId="LiveId" clId="{257BC787-A13D-4268-94DD-670B32F7893E}" dt="2026-10-14T11:43:25.800" v="655" actId="1076"/>
          <ac:cxnSpMkLst>
            <pc:docMk/>
            <pc:sldMk cId="629003884" sldId="277"/>
            <ac:cxnSpMk id="38" creationId="{DBD4CE71-4AE7-0CC2-8D39-8E3F209FB8CD}"/>
          </ac:cxnSpMkLst>
        </pc:cxnChg>
        <pc:cxnChg chg="add mod">
          <ac:chgData name="Ahmad Akmal" userId="5df44f1354162eca" providerId="LiveId" clId="{257BC787-A13D-4268-94DD-670B32F7893E}" dt="2026-10-14T08:58:54.815" v="534" actId="571"/>
          <ac:cxnSpMkLst>
            <pc:docMk/>
            <pc:sldMk cId="629003884" sldId="277"/>
            <ac:cxnSpMk id="42" creationId="{ED56A5ED-273C-D21A-C1C4-FEE06CDE4218}"/>
          </ac:cxnSpMkLst>
        </pc:cxnChg>
      </pc:sldChg>
      <pc:sldChg chg="addSp delSp modSp add del mod modNotesTx">
        <pc:chgData name="Ahmad Akmal" userId="5df44f1354162eca" providerId="LiveId" clId="{257BC787-A13D-4268-94DD-670B32F7893E}" dt="2026-10-18T23:28:30.072" v="1634" actId="20577"/>
        <pc:sldMkLst>
          <pc:docMk/>
          <pc:sldMk cId="3964782219" sldId="278"/>
        </pc:sldMkLst>
        <pc:spChg chg="mod">
          <ac:chgData name="Ahmad Akmal" userId="5df44f1354162eca" providerId="LiveId" clId="{257BC787-A13D-4268-94DD-670B32F7893E}" dt="2026-10-14T09:01:51.087" v="550"/>
          <ac:spMkLst>
            <pc:docMk/>
            <pc:sldMk cId="3964782219" sldId="278"/>
            <ac:spMk id="18" creationId="{72037259-7BEC-7B65-CC80-83530150C76E}"/>
          </ac:spMkLst>
        </pc:spChg>
        <pc:spChg chg="mod">
          <ac:chgData name="Ahmad Akmal" userId="5df44f1354162eca" providerId="LiveId" clId="{257BC787-A13D-4268-94DD-670B32F7893E}" dt="2026-10-17T06:03:01.474" v="1392" actId="207"/>
          <ac:spMkLst>
            <pc:docMk/>
            <pc:sldMk cId="3964782219" sldId="278"/>
            <ac:spMk id="21" creationId="{A5FDD3C6-A093-074F-638E-66E451B7DF9B}"/>
          </ac:spMkLst>
        </pc:spChg>
        <pc:spChg chg="mod">
          <ac:chgData name="Ahmad Akmal" userId="5df44f1354162eca" providerId="LiveId" clId="{257BC787-A13D-4268-94DD-670B32F7893E}" dt="2026-10-14T09:01:54.701" v="551" actId="207"/>
          <ac:spMkLst>
            <pc:docMk/>
            <pc:sldMk cId="3964782219" sldId="278"/>
            <ac:spMk id="31" creationId="{E25AD826-85A8-F992-4BBF-A2C816C88A02}"/>
          </ac:spMkLst>
        </pc:spChg>
        <pc:spChg chg="mod">
          <ac:chgData name="Ahmad Akmal" userId="5df44f1354162eca" providerId="LiveId" clId="{257BC787-A13D-4268-94DD-670B32F7893E}" dt="2026-10-14T11:39:56.702" v="610"/>
          <ac:spMkLst>
            <pc:docMk/>
            <pc:sldMk cId="3964782219" sldId="278"/>
            <ac:spMk id="33" creationId="{9D1D5D2D-AFFD-9055-76C6-D82019F61F6E}"/>
          </ac:spMkLst>
        </pc:spChg>
        <pc:spChg chg="mod">
          <ac:chgData name="Ahmad Akmal" userId="5df44f1354162eca" providerId="LiveId" clId="{257BC787-A13D-4268-94DD-670B32F7893E}" dt="2026-10-14T09:01:54.701" v="551" actId="207"/>
          <ac:spMkLst>
            <pc:docMk/>
            <pc:sldMk cId="3964782219" sldId="278"/>
            <ac:spMk id="35" creationId="{56B792C4-C20B-9828-1E52-EB0E22E02C7E}"/>
          </ac:spMkLst>
        </pc:spChg>
        <pc:spChg chg="mod">
          <ac:chgData name="Ahmad Akmal" userId="5df44f1354162eca" providerId="LiveId" clId="{257BC787-A13D-4268-94DD-670B32F7893E}" dt="2026-10-14T11:40:04.583" v="611" actId="20577"/>
          <ac:spMkLst>
            <pc:docMk/>
            <pc:sldMk cId="3964782219" sldId="278"/>
            <ac:spMk id="39" creationId="{36BE4B1A-9B96-5B16-ED68-E2E3E54B85EF}"/>
          </ac:spMkLst>
        </pc:spChg>
        <pc:picChg chg="add mod">
          <ac:chgData name="Ahmad Akmal" userId="5df44f1354162eca" providerId="LiveId" clId="{257BC787-A13D-4268-94DD-670B32F7893E}" dt="2026-10-17T04:00:24.499" v="1287" actId="1076"/>
          <ac:picMkLst>
            <pc:docMk/>
            <pc:sldMk cId="3964782219" sldId="278"/>
            <ac:picMk id="5" creationId="{1C808F23-7C66-41D4-A57E-C80B0CA76EEA}"/>
          </ac:picMkLst>
        </pc:picChg>
        <pc:picChg chg="del">
          <ac:chgData name="Ahmad Akmal" userId="5df44f1354162eca" providerId="LiveId" clId="{257BC787-A13D-4268-94DD-670B32F7893E}" dt="2026-10-17T04:00:08.332" v="1281" actId="478"/>
          <ac:picMkLst>
            <pc:docMk/>
            <pc:sldMk cId="3964782219" sldId="278"/>
            <ac:picMk id="23" creationId="{E1AA5CB5-723E-0280-04CB-3DF1F48D1FB9}"/>
          </ac:picMkLst>
        </pc:picChg>
        <pc:cxnChg chg="add mod">
          <ac:chgData name="Ahmad Akmal" userId="5df44f1354162eca" providerId="LiveId" clId="{257BC787-A13D-4268-94DD-670B32F7893E}" dt="2026-10-14T08:59:58.203" v="542" actId="14100"/>
          <ac:cxnSpMkLst>
            <pc:docMk/>
            <pc:sldMk cId="3964782219" sldId="278"/>
            <ac:cxnSpMk id="2" creationId="{9E95FA09-506E-4098-C156-C0DB8C77D348}"/>
          </ac:cxnSpMkLst>
        </pc:cxnChg>
        <pc:cxnChg chg="add mod">
          <ac:chgData name="Ahmad Akmal" userId="5df44f1354162eca" providerId="LiveId" clId="{257BC787-A13D-4268-94DD-670B32F7893E}" dt="2026-10-14T09:00:26.833" v="548" actId="1076"/>
          <ac:cxnSpMkLst>
            <pc:docMk/>
            <pc:sldMk cId="3964782219" sldId="278"/>
            <ac:cxnSpMk id="4" creationId="{FAF40241-D835-9643-7FBB-5A19CB93C581}"/>
          </ac:cxnSpMkLst>
        </pc:cxnChg>
        <pc:cxnChg chg="add mod">
          <ac:chgData name="Ahmad Akmal" userId="5df44f1354162eca" providerId="LiveId" clId="{257BC787-A13D-4268-94DD-670B32F7893E}" dt="2026-10-14T09:00:30.237" v="549" actId="571"/>
          <ac:cxnSpMkLst>
            <pc:docMk/>
            <pc:sldMk cId="3964782219" sldId="278"/>
            <ac:cxnSpMk id="6" creationId="{D933EFDF-3096-3FF8-CDC5-1D3207F3D98A}"/>
          </ac:cxnSpMkLst>
        </pc:cxnChg>
      </pc:sldChg>
      <pc:sldChg chg="addSp delSp modSp add del mod">
        <pc:chgData name="Ahmad Akmal" userId="5df44f1354162eca" providerId="LiveId" clId="{257BC787-A13D-4268-94DD-670B32F7893E}" dt="2026-10-17T06:03:09.576" v="1394" actId="207"/>
        <pc:sldMkLst>
          <pc:docMk/>
          <pc:sldMk cId="1738456408" sldId="279"/>
        </pc:sldMkLst>
        <pc:spChg chg="mod">
          <ac:chgData name="Ahmad Akmal" userId="5df44f1354162eca" providerId="LiveId" clId="{257BC787-A13D-4268-94DD-670B32F7893E}" dt="2026-10-14T08:13:02.637" v="345" actId="20577"/>
          <ac:spMkLst>
            <pc:docMk/>
            <pc:sldMk cId="1738456408" sldId="279"/>
            <ac:spMk id="4" creationId="{402DE8D8-6A5D-6E81-3B00-A0466703266F}"/>
          </ac:spMkLst>
        </pc:spChg>
        <pc:spChg chg="mod">
          <ac:chgData name="Ahmad Akmal" userId="5df44f1354162eca" providerId="LiveId" clId="{257BC787-A13D-4268-94DD-670B32F7893E}" dt="2026-10-14T08:22:31.122" v="451" actId="1076"/>
          <ac:spMkLst>
            <pc:docMk/>
            <pc:sldMk cId="1738456408" sldId="279"/>
            <ac:spMk id="7" creationId="{8CC9595B-FD3D-BE58-4505-999FF612F205}"/>
          </ac:spMkLst>
        </pc:spChg>
        <pc:spChg chg="mod">
          <ac:chgData name="Ahmad Akmal" userId="5df44f1354162eca" providerId="LiveId" clId="{257BC787-A13D-4268-94DD-670B32F7893E}" dt="2026-10-14T08:18:10.604" v="422" actId="1076"/>
          <ac:spMkLst>
            <pc:docMk/>
            <pc:sldMk cId="1738456408" sldId="279"/>
            <ac:spMk id="9" creationId="{A68C37CD-4308-B5A1-F40E-0A551CA6C0A6}"/>
          </ac:spMkLst>
        </pc:spChg>
        <pc:spChg chg="mod">
          <ac:chgData name="Ahmad Akmal" userId="5df44f1354162eca" providerId="LiveId" clId="{257BC787-A13D-4268-94DD-670B32F7893E}" dt="2026-10-14T08:08:07.072" v="321"/>
          <ac:spMkLst>
            <pc:docMk/>
            <pc:sldMk cId="1738456408" sldId="279"/>
            <ac:spMk id="10" creationId="{B9C223DB-E848-8CA5-9AAB-68A8F74FF65A}"/>
          </ac:spMkLst>
        </pc:spChg>
        <pc:spChg chg="add mod">
          <ac:chgData name="Ahmad Akmal" userId="5df44f1354162eca" providerId="LiveId" clId="{257BC787-A13D-4268-94DD-670B32F7893E}" dt="2026-10-14T08:18:29.644" v="424" actId="948"/>
          <ac:spMkLst>
            <pc:docMk/>
            <pc:sldMk cId="1738456408" sldId="279"/>
            <ac:spMk id="12" creationId="{4A69C30B-FAFB-9A09-CF42-490D8123E94C}"/>
          </ac:spMkLst>
        </pc:spChg>
        <pc:spChg chg="mod">
          <ac:chgData name="Ahmad Akmal" userId="5df44f1354162eca" providerId="LiveId" clId="{257BC787-A13D-4268-94DD-670B32F7893E}" dt="2026-10-14T08:18:03.806" v="421" actId="14100"/>
          <ac:spMkLst>
            <pc:docMk/>
            <pc:sldMk cId="1738456408" sldId="279"/>
            <ac:spMk id="14" creationId="{EBEEA357-F1D2-0F64-638C-D66093156D3E}"/>
          </ac:spMkLst>
        </pc:spChg>
        <pc:spChg chg="mod">
          <ac:chgData name="Ahmad Akmal" userId="5df44f1354162eca" providerId="LiveId" clId="{257BC787-A13D-4268-94DD-670B32F7893E}" dt="2026-10-17T06:03:09.576" v="1394" actId="207"/>
          <ac:spMkLst>
            <pc:docMk/>
            <pc:sldMk cId="1738456408" sldId="279"/>
            <ac:spMk id="17" creationId="{36B0AD0B-06B7-E599-69F3-5CE5F3106DBD}"/>
          </ac:spMkLst>
        </pc:spChg>
        <pc:spChg chg="mod">
          <ac:chgData name="Ahmad Akmal" userId="5df44f1354162eca" providerId="LiveId" clId="{257BC787-A13D-4268-94DD-670B32F7893E}" dt="2026-10-14T08:13:45.062" v="354"/>
          <ac:spMkLst>
            <pc:docMk/>
            <pc:sldMk cId="1738456408" sldId="279"/>
            <ac:spMk id="18" creationId="{7154185E-350F-7A50-00C9-4267B52292A4}"/>
          </ac:spMkLst>
        </pc:spChg>
        <pc:spChg chg="mod">
          <ac:chgData name="Ahmad Akmal" userId="5df44f1354162eca" providerId="LiveId" clId="{257BC787-A13D-4268-94DD-670B32F7893E}" dt="2026-10-14T08:19:38.191" v="437" actId="14100"/>
          <ac:spMkLst>
            <pc:docMk/>
            <pc:sldMk cId="1738456408" sldId="279"/>
            <ac:spMk id="20" creationId="{E35B6545-1A0D-361B-AAAC-78C6ABEBD01F}"/>
          </ac:spMkLst>
        </pc:spChg>
        <pc:spChg chg="mod">
          <ac:chgData name="Ahmad Akmal" userId="5df44f1354162eca" providerId="LiveId" clId="{257BC787-A13D-4268-94DD-670B32F7893E}" dt="2026-10-14T08:13:58.742" v="358" actId="571"/>
          <ac:spMkLst>
            <pc:docMk/>
            <pc:sldMk cId="1738456408" sldId="279"/>
            <ac:spMk id="21" creationId="{3A0B8288-A6F6-D21B-4853-308516418B29}"/>
          </ac:spMkLst>
        </pc:spChg>
        <pc:spChg chg="add mod">
          <ac:chgData name="Ahmad Akmal" userId="5df44f1354162eca" providerId="LiveId" clId="{257BC787-A13D-4268-94DD-670B32F7893E}" dt="2026-10-14T08:22:31.122" v="451" actId="1076"/>
          <ac:spMkLst>
            <pc:docMk/>
            <pc:sldMk cId="1738456408" sldId="279"/>
            <ac:spMk id="22" creationId="{8EAD3D20-181D-BA19-581A-572CBA0235DF}"/>
          </ac:spMkLst>
        </pc:spChg>
        <pc:spChg chg="mod">
          <ac:chgData name="Ahmad Akmal" userId="5df44f1354162eca" providerId="LiveId" clId="{257BC787-A13D-4268-94DD-670B32F7893E}" dt="2026-10-14T08:21:47.907" v="448" actId="14100"/>
          <ac:spMkLst>
            <pc:docMk/>
            <pc:sldMk cId="1738456408" sldId="279"/>
            <ac:spMk id="24" creationId="{CD3CD874-C132-9675-80B9-EDADDF6C6BF5}"/>
          </ac:spMkLst>
        </pc:spChg>
        <pc:spChg chg="mod">
          <ac:chgData name="Ahmad Akmal" userId="5df44f1354162eca" providerId="LiveId" clId="{257BC787-A13D-4268-94DD-670B32F7893E}" dt="2026-10-14T08:14:50.901" v="368" actId="571"/>
          <ac:spMkLst>
            <pc:docMk/>
            <pc:sldMk cId="1738456408" sldId="279"/>
            <ac:spMk id="25" creationId="{7E9FFC9B-9AC5-1849-DF66-3F09AA0E5433}"/>
          </ac:spMkLst>
        </pc:spChg>
        <pc:spChg chg="add mod">
          <ac:chgData name="Ahmad Akmal" userId="5df44f1354162eca" providerId="LiveId" clId="{257BC787-A13D-4268-94DD-670B32F7893E}" dt="2026-10-14T08:21:32.135" v="447"/>
          <ac:spMkLst>
            <pc:docMk/>
            <pc:sldMk cId="1738456408" sldId="279"/>
            <ac:spMk id="26" creationId="{70BC806E-874D-C873-F070-00BC14643DBB}"/>
          </ac:spMkLst>
        </pc:spChg>
        <pc:grpChg chg="add mod">
          <ac:chgData name="Ahmad Akmal" userId="5df44f1354162eca" providerId="LiveId" clId="{257BC787-A13D-4268-94DD-670B32F7893E}" dt="2026-10-14T08:13:45.062" v="354"/>
          <ac:grpSpMkLst>
            <pc:docMk/>
            <pc:sldMk cId="1738456408" sldId="279"/>
            <ac:grpSpMk id="13" creationId="{29FC9074-D1C4-B0EC-19AD-C1B52C943AAD}"/>
          </ac:grpSpMkLst>
        </pc:grpChg>
        <pc:grpChg chg="add mod">
          <ac:chgData name="Ahmad Akmal" userId="5df44f1354162eca" providerId="LiveId" clId="{257BC787-A13D-4268-94DD-670B32F7893E}" dt="2026-10-14T08:22:36.666" v="452" actId="14100"/>
          <ac:grpSpMkLst>
            <pc:docMk/>
            <pc:sldMk cId="1738456408" sldId="279"/>
            <ac:grpSpMk id="19" creationId="{95ED0093-8A6A-ECB0-CF99-D5EEB40BDC10}"/>
          </ac:grpSpMkLst>
        </pc:grpChg>
        <pc:grpChg chg="add mod">
          <ac:chgData name="Ahmad Akmal" userId="5df44f1354162eca" providerId="LiveId" clId="{257BC787-A13D-4268-94DD-670B32F7893E}" dt="2026-10-14T08:19:04.608" v="429" actId="14100"/>
          <ac:grpSpMkLst>
            <pc:docMk/>
            <pc:sldMk cId="1738456408" sldId="279"/>
            <ac:grpSpMk id="23" creationId="{EF84D0EA-9371-A745-D51D-4A15394D0099}"/>
          </ac:grpSpMkLst>
        </pc:grpChg>
      </pc:sldChg>
      <pc:sldChg chg="addSp delSp modSp add mod ord modNotesTx">
        <pc:chgData name="Ahmad Akmal" userId="5df44f1354162eca" providerId="LiveId" clId="{257BC787-A13D-4268-94DD-670B32F7893E}" dt="2026-10-18T23:28:10.250" v="1628" actId="20577"/>
        <pc:sldMkLst>
          <pc:docMk/>
          <pc:sldMk cId="2593927822" sldId="280"/>
        </pc:sldMkLst>
        <pc:spChg chg="mod">
          <ac:chgData name="Ahmad Akmal" userId="5df44f1354162eca" providerId="LiveId" clId="{257BC787-A13D-4268-94DD-670B32F7893E}" dt="2026-10-17T01:31:26.165" v="1002"/>
          <ac:spMkLst>
            <pc:docMk/>
            <pc:sldMk cId="2593927822" sldId="280"/>
            <ac:spMk id="10" creationId="{3907D59C-CCF4-6F31-8079-5999BBDCDABB}"/>
          </ac:spMkLst>
        </pc:spChg>
        <pc:spChg chg="del">
          <ac:chgData name="Ahmad Akmal" userId="5df44f1354162eca" providerId="LiveId" clId="{257BC787-A13D-4268-94DD-670B32F7893E}" dt="2026-10-17T01:16:34.513" v="764" actId="478"/>
          <ac:spMkLst>
            <pc:docMk/>
            <pc:sldMk cId="2593927822" sldId="280"/>
            <ac:spMk id="11" creationId="{4AFBFD4C-5C46-A3E9-ED20-F8F57D7EEFBE}"/>
          </ac:spMkLst>
        </pc:spChg>
        <pc:spChg chg="add mod">
          <ac:chgData name="Ahmad Akmal" userId="5df44f1354162eca" providerId="LiveId" clId="{257BC787-A13D-4268-94DD-670B32F7893E}" dt="2026-10-17T01:28:47.405" v="998" actId="14100"/>
          <ac:spMkLst>
            <pc:docMk/>
            <pc:sldMk cId="2593927822" sldId="280"/>
            <ac:spMk id="12" creationId="{4B752382-7ADB-3017-44FC-FCA930996969}"/>
          </ac:spMkLst>
        </pc:spChg>
        <pc:spChg chg="del">
          <ac:chgData name="Ahmad Akmal" userId="5df44f1354162eca" providerId="LiveId" clId="{257BC787-A13D-4268-94DD-670B32F7893E}" dt="2026-10-17T01:16:34.513" v="764" actId="478"/>
          <ac:spMkLst>
            <pc:docMk/>
            <pc:sldMk cId="2593927822" sldId="280"/>
            <ac:spMk id="13" creationId="{D5180160-76C4-B504-3548-F459BE100D9F}"/>
          </ac:spMkLst>
        </pc:spChg>
        <pc:spChg chg="del">
          <ac:chgData name="Ahmad Akmal" userId="5df44f1354162eca" providerId="LiveId" clId="{257BC787-A13D-4268-94DD-670B32F7893E}" dt="2026-10-17T01:16:34.513" v="764" actId="478"/>
          <ac:spMkLst>
            <pc:docMk/>
            <pc:sldMk cId="2593927822" sldId="280"/>
            <ac:spMk id="15" creationId="{EB6E6617-F9BE-681D-920C-BB0A5504F1F1}"/>
          </ac:spMkLst>
        </pc:spChg>
        <pc:spChg chg="mod">
          <ac:chgData name="Ahmad Akmal" userId="5df44f1354162eca" providerId="LiveId" clId="{257BC787-A13D-4268-94DD-670B32F7893E}" dt="2026-10-17T01:23:07.746" v="921" actId="1035"/>
          <ac:spMkLst>
            <pc:docMk/>
            <pc:sldMk cId="2593927822" sldId="280"/>
            <ac:spMk id="19" creationId="{E3339C12-8C03-8977-15D0-0865737EE69F}"/>
          </ac:spMkLst>
        </pc:spChg>
        <pc:spChg chg="mod">
          <ac:chgData name="Ahmad Akmal" userId="5df44f1354162eca" providerId="LiveId" clId="{257BC787-A13D-4268-94DD-670B32F7893E}" dt="2026-10-17T01:30:03.794" v="1001"/>
          <ac:spMkLst>
            <pc:docMk/>
            <pc:sldMk cId="2593927822" sldId="280"/>
            <ac:spMk id="21" creationId="{8C025138-66E9-4ADC-4DEB-70F08ED8FA57}"/>
          </ac:spMkLst>
        </pc:spChg>
        <pc:spChg chg="mod">
          <ac:chgData name="Ahmad Akmal" userId="5df44f1354162eca" providerId="LiveId" clId="{257BC787-A13D-4268-94DD-670B32F7893E}" dt="2026-10-17T01:40:15.793" v="1038" actId="1035"/>
          <ac:spMkLst>
            <pc:docMk/>
            <pc:sldMk cId="2593927822" sldId="280"/>
            <ac:spMk id="24" creationId="{ADCCAFBC-C268-B38B-FC3C-B36014891059}"/>
          </ac:spMkLst>
        </pc:spChg>
        <pc:spChg chg="mod">
          <ac:chgData name="Ahmad Akmal" userId="5df44f1354162eca" providerId="LiveId" clId="{257BC787-A13D-4268-94DD-670B32F7893E}" dt="2026-10-17T06:02:17.709" v="1383" actId="207"/>
          <ac:spMkLst>
            <pc:docMk/>
            <pc:sldMk cId="2593927822" sldId="280"/>
            <ac:spMk id="25" creationId="{D52B59C5-13B8-580A-A3CB-AC8170F85A30}"/>
          </ac:spMkLst>
        </pc:spChg>
        <pc:spChg chg="mod">
          <ac:chgData name="Ahmad Akmal" userId="5df44f1354162eca" providerId="LiveId" clId="{257BC787-A13D-4268-94DD-670B32F7893E}" dt="2026-10-17T01:24:41.073" v="944" actId="1076"/>
          <ac:spMkLst>
            <pc:docMk/>
            <pc:sldMk cId="2593927822" sldId="280"/>
            <ac:spMk id="28" creationId="{96AD3B6D-C38C-DF99-50F0-45EA37254FB0}"/>
          </ac:spMkLst>
        </pc:spChg>
        <pc:spChg chg="del mod">
          <ac:chgData name="Ahmad Akmal" userId="5df44f1354162eca" providerId="LiveId" clId="{257BC787-A13D-4268-94DD-670B32F7893E}" dt="2026-10-17T01:16:42.261" v="769" actId="478"/>
          <ac:spMkLst>
            <pc:docMk/>
            <pc:sldMk cId="2593927822" sldId="280"/>
            <ac:spMk id="29" creationId="{EF31BF88-F998-8B47-FC4F-F56F0B297EC0}"/>
          </ac:spMkLst>
        </pc:spChg>
        <pc:spChg chg="mod">
          <ac:chgData name="Ahmad Akmal" userId="5df44f1354162eca" providerId="LiveId" clId="{257BC787-A13D-4268-94DD-670B32F7893E}" dt="2026-10-17T01:28:41.846" v="997" actId="1076"/>
          <ac:spMkLst>
            <pc:docMk/>
            <pc:sldMk cId="2593927822" sldId="280"/>
            <ac:spMk id="32" creationId="{D450053F-285F-E918-B80B-D083D7E149CF}"/>
          </ac:spMkLst>
        </pc:spChg>
        <pc:spChg chg="add mod">
          <ac:chgData name="Ahmad Akmal" userId="5df44f1354162eca" providerId="LiveId" clId="{257BC787-A13D-4268-94DD-670B32F7893E}" dt="2026-10-17T01:28:30.784" v="996" actId="14100"/>
          <ac:spMkLst>
            <pc:docMk/>
            <pc:sldMk cId="2593927822" sldId="280"/>
            <ac:spMk id="34" creationId="{F713050A-D10A-B2ED-D40F-7FA6542B73D0}"/>
          </ac:spMkLst>
        </pc:spChg>
        <pc:spChg chg="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38" creationId="{7630AF16-41F1-9122-A3FB-6F6D8B1ABF6C}"/>
          </ac:spMkLst>
        </pc:spChg>
        <pc:spChg chg="mod">
          <ac:chgData name="Ahmad Akmal" userId="5df44f1354162eca" providerId="LiveId" clId="{257BC787-A13D-4268-94DD-670B32F7893E}" dt="2026-10-17T01:19:01.089" v="817" actId="255"/>
          <ac:spMkLst>
            <pc:docMk/>
            <pc:sldMk cId="2593927822" sldId="280"/>
            <ac:spMk id="42" creationId="{00450470-BA3B-56A4-D239-E49361510B54}"/>
          </ac:spMkLst>
        </pc:spChg>
        <pc:spChg chg="add 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44" creationId="{EEE392B5-6584-3291-5E9A-EB4343791A1B}"/>
          </ac:spMkLst>
        </pc:spChg>
        <pc:spChg chg="add 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46" creationId="{8BDB24CC-2ED6-5A2F-A2DD-54E1359C1559}"/>
          </ac:spMkLst>
        </pc:spChg>
        <pc:spChg chg="add 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48" creationId="{ED648C44-E7AF-B377-8B1C-709501AC41E1}"/>
          </ac:spMkLst>
        </pc:spChg>
        <pc:spChg chg="add 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50" creationId="{DD1FC995-31B4-7B06-C6D2-75E16CA95030}"/>
          </ac:spMkLst>
        </pc:spChg>
        <pc:spChg chg="mod">
          <ac:chgData name="Ahmad Akmal" userId="5df44f1354162eca" providerId="LiveId" clId="{257BC787-A13D-4268-94DD-670B32F7893E}" dt="2026-10-17T01:19:01.089" v="817" actId="255"/>
          <ac:spMkLst>
            <pc:docMk/>
            <pc:sldMk cId="2593927822" sldId="280"/>
            <ac:spMk id="54" creationId="{0946E4B7-46CA-D0E2-CCF7-D9F705FBD74C}"/>
          </ac:spMkLst>
        </pc:spChg>
        <pc:spChg chg="add 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58" creationId="{073C867A-7C36-037D-B2FE-0436310AFB9C}"/>
          </ac:spMkLst>
        </pc:spChg>
        <pc:spChg chg="add 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62" creationId="{E4E3C879-ABDF-1648-4126-67289AD54F91}"/>
          </ac:spMkLst>
        </pc:spChg>
        <pc:spChg chg="mod">
          <ac:chgData name="Ahmad Akmal" userId="5df44f1354162eca" providerId="LiveId" clId="{257BC787-A13D-4268-94DD-670B32F7893E}" dt="2026-10-17T01:19:01.089" v="817" actId="255"/>
          <ac:spMkLst>
            <pc:docMk/>
            <pc:sldMk cId="2593927822" sldId="280"/>
            <ac:spMk id="66" creationId="{104988AC-D804-99B9-9145-5640A2EED700}"/>
          </ac:spMkLst>
        </pc:spChg>
        <pc:spChg chg="mod">
          <ac:chgData name="Ahmad Akmal" userId="5df44f1354162eca" providerId="LiveId" clId="{257BC787-A13D-4268-94DD-670B32F7893E}" dt="2026-10-17T01:19:01.089" v="817" actId="255"/>
          <ac:spMkLst>
            <pc:docMk/>
            <pc:sldMk cId="2593927822" sldId="280"/>
            <ac:spMk id="68" creationId="{18998DFB-FB16-3919-4A71-9BAB3830D1F5}"/>
          </ac:spMkLst>
        </pc:spChg>
        <pc:spChg chg="add 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70" creationId="{D8CB61FF-BC16-AC8B-834A-8055C6A80E0A}"/>
          </ac:spMkLst>
        </pc:spChg>
        <pc:spChg chg="add 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76" creationId="{E12682C9-6379-7B82-54D8-A6B4360D5573}"/>
          </ac:spMkLst>
        </pc:spChg>
        <pc:spChg chg="mod">
          <ac:chgData name="Ahmad Akmal" userId="5df44f1354162eca" providerId="LiveId" clId="{257BC787-A13D-4268-94DD-670B32F7893E}" dt="2026-10-17T01:19:01.089" v="817" actId="255"/>
          <ac:spMkLst>
            <pc:docMk/>
            <pc:sldMk cId="2593927822" sldId="280"/>
            <ac:spMk id="78" creationId="{1EC528A1-C22B-1198-BEE6-BD0AF8F3F195}"/>
          </ac:spMkLst>
        </pc:spChg>
        <pc:spChg chg="del mod">
          <ac:chgData name="Ahmad Akmal" userId="5df44f1354162eca" providerId="LiveId" clId="{257BC787-A13D-4268-94DD-670B32F7893E}" dt="2026-10-17T01:27:05.182" v="993" actId="478"/>
          <ac:spMkLst>
            <pc:docMk/>
            <pc:sldMk cId="2593927822" sldId="280"/>
            <ac:spMk id="80" creationId="{72BA0D92-6DE8-BCAC-AB8E-9A9A7903F333}"/>
          </ac:spMkLst>
        </pc:spChg>
        <pc:spChg chg="mod">
          <ac:chgData name="Ahmad Akmal" userId="5df44f1354162eca" providerId="LiveId" clId="{257BC787-A13D-4268-94DD-670B32F7893E}" dt="2026-10-17T01:19:01.089" v="817" actId="255"/>
          <ac:spMkLst>
            <pc:docMk/>
            <pc:sldMk cId="2593927822" sldId="280"/>
            <ac:spMk id="82" creationId="{CF90B021-E846-0C49-61C7-8997F45299C7}"/>
          </ac:spMkLst>
        </pc:spChg>
        <pc:spChg chg="add del mod">
          <ac:chgData name="Ahmad Akmal" userId="5df44f1354162eca" providerId="LiveId" clId="{257BC787-A13D-4268-94DD-670B32F7893E}" dt="2026-10-17T01:21:32.798" v="886" actId="478"/>
          <ac:spMkLst>
            <pc:docMk/>
            <pc:sldMk cId="2593927822" sldId="280"/>
            <ac:spMk id="83" creationId="{601E4C54-3836-DD15-FF3A-93A686423827}"/>
          </ac:spMkLst>
        </pc:spChg>
        <pc:spChg chg="add del mod">
          <ac:chgData name="Ahmad Akmal" userId="5df44f1354162eca" providerId="LiveId" clId="{257BC787-A13D-4268-94DD-670B32F7893E}" dt="2026-10-17T01:23:15.519" v="922" actId="478"/>
          <ac:spMkLst>
            <pc:docMk/>
            <pc:sldMk cId="2593927822" sldId="280"/>
            <ac:spMk id="84" creationId="{C71954EE-FE5F-1FD2-1B44-7C5BE99607BF}"/>
          </ac:spMkLst>
        </pc:spChg>
        <pc:spChg chg="add del mod">
          <ac:chgData name="Ahmad Akmal" userId="5df44f1354162eca" providerId="LiveId" clId="{257BC787-A13D-4268-94DD-670B32F7893E}" dt="2026-10-17T01:23:15.519" v="922" actId="478"/>
          <ac:spMkLst>
            <pc:docMk/>
            <pc:sldMk cId="2593927822" sldId="280"/>
            <ac:spMk id="85" creationId="{CC7A8ED3-26B4-301A-1F2D-915F1E65115B}"/>
          </ac:spMkLst>
        </pc:spChg>
        <pc:spChg chg="add del mod">
          <ac:chgData name="Ahmad Akmal" userId="5df44f1354162eca" providerId="LiveId" clId="{257BC787-A13D-4268-94DD-670B32F7893E}" dt="2026-10-17T01:23:15.519" v="922" actId="478"/>
          <ac:spMkLst>
            <pc:docMk/>
            <pc:sldMk cId="2593927822" sldId="280"/>
            <ac:spMk id="86" creationId="{7EB86F46-2EAA-0582-0378-F15C2EC7CCC4}"/>
          </ac:spMkLst>
        </pc:spChg>
        <pc:spChg chg="add del mod">
          <ac:chgData name="Ahmad Akmal" userId="5df44f1354162eca" providerId="LiveId" clId="{257BC787-A13D-4268-94DD-670B32F7893E}" dt="2026-10-17T01:23:15.519" v="922" actId="478"/>
          <ac:spMkLst>
            <pc:docMk/>
            <pc:sldMk cId="2593927822" sldId="280"/>
            <ac:spMk id="87" creationId="{7F27A604-7E56-241A-C8F3-D617A9BC01AD}"/>
          </ac:spMkLst>
        </pc:spChg>
        <pc:spChg chg="add del mod">
          <ac:chgData name="Ahmad Akmal" userId="5df44f1354162eca" providerId="LiveId" clId="{257BC787-A13D-4268-94DD-670B32F7893E}" dt="2026-10-17T01:23:15.519" v="922" actId="478"/>
          <ac:spMkLst>
            <pc:docMk/>
            <pc:sldMk cId="2593927822" sldId="280"/>
            <ac:spMk id="88" creationId="{713CADC1-C216-D1D0-5FBC-154B8AE27933}"/>
          </ac:spMkLst>
        </pc:spChg>
        <pc:spChg chg="add del mod">
          <ac:chgData name="Ahmad Akmal" userId="5df44f1354162eca" providerId="LiveId" clId="{257BC787-A13D-4268-94DD-670B32F7893E}" dt="2026-10-17T01:23:15.519" v="922" actId="478"/>
          <ac:spMkLst>
            <pc:docMk/>
            <pc:sldMk cId="2593927822" sldId="280"/>
            <ac:spMk id="89" creationId="{E82F88E6-160E-321D-88CE-A38338F23FD7}"/>
          </ac:spMkLst>
        </pc:spChg>
        <pc:spChg chg="add del mod">
          <ac:chgData name="Ahmad Akmal" userId="5df44f1354162eca" providerId="LiveId" clId="{257BC787-A13D-4268-94DD-670B32F7893E}" dt="2026-10-17T01:23:15.519" v="922" actId="478"/>
          <ac:spMkLst>
            <pc:docMk/>
            <pc:sldMk cId="2593927822" sldId="280"/>
            <ac:spMk id="90" creationId="{E018AAE6-6137-75EC-0D57-1EC326CFF088}"/>
          </ac:spMkLst>
        </pc:spChg>
        <pc:spChg chg="add del mod">
          <ac:chgData name="Ahmad Akmal" userId="5df44f1354162eca" providerId="LiveId" clId="{257BC787-A13D-4268-94DD-670B32F7893E}" dt="2026-10-17T01:23:15.519" v="922" actId="478"/>
          <ac:spMkLst>
            <pc:docMk/>
            <pc:sldMk cId="2593927822" sldId="280"/>
            <ac:spMk id="91" creationId="{B7B19D68-EF1E-43DF-B90B-8822F4DAC892}"/>
          </ac:spMkLst>
        </pc:spChg>
        <pc:spChg chg="add del mod">
          <ac:chgData name="Ahmad Akmal" userId="5df44f1354162eca" providerId="LiveId" clId="{257BC787-A13D-4268-94DD-670B32F7893E}" dt="2026-10-17T01:23:53.132" v="930" actId="478"/>
          <ac:spMkLst>
            <pc:docMk/>
            <pc:sldMk cId="2593927822" sldId="280"/>
            <ac:spMk id="92" creationId="{6A3EBF85-FFB4-9379-514D-02CAC6F99DED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93" creationId="{EE3180AB-75FE-99BC-23EA-280F3CF8B0C7}"/>
          </ac:spMkLst>
        </pc:spChg>
        <pc:spChg chg="add mod">
          <ac:chgData name="Ahmad Akmal" userId="5df44f1354162eca" providerId="LiveId" clId="{257BC787-A13D-4268-94DD-670B32F7893E}" dt="2026-10-17T01:23:26.073" v="925" actId="571"/>
          <ac:spMkLst>
            <pc:docMk/>
            <pc:sldMk cId="2593927822" sldId="280"/>
            <ac:spMk id="94" creationId="{A39DAAE6-11D4-C0C1-6CAA-A5794DB9ED42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95" creationId="{46EC5608-24E1-4165-D20D-866CFEFDBEB7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96" creationId="{7D9BCC86-567D-8BC1-ADB1-E4ACDCF1672F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97" creationId="{82D3A063-B83B-3E19-1460-C8E198D455E9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98" creationId="{46956FF3-E2C7-1158-88AC-E2D9F9DE2C9C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99" creationId="{B7666D60-9C6A-ACCD-F6B9-BAC911DB67EC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100" creationId="{28DB4C5E-C9F0-D050-6758-ADCDD5CB4B98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101" creationId="{3B704362-031F-581C-1756-FF9C65CB764B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102" creationId="{903B6DA2-2C3C-A710-A5D8-994289932449}"/>
          </ac:spMkLst>
        </pc:spChg>
        <pc:spChg chg="add del mod">
          <ac:chgData name="Ahmad Akmal" userId="5df44f1354162eca" providerId="LiveId" clId="{257BC787-A13D-4268-94DD-670B32F7893E}" dt="2026-10-17T01:23:51.557" v="929" actId="478"/>
          <ac:spMkLst>
            <pc:docMk/>
            <pc:sldMk cId="2593927822" sldId="280"/>
            <ac:spMk id="103" creationId="{44C50430-67E5-524A-86C0-808682347854}"/>
          </ac:spMkLst>
        </pc:spChg>
        <pc:spChg chg="add mod">
          <ac:chgData name="Ahmad Akmal" userId="5df44f1354162eca" providerId="LiveId" clId="{257BC787-A13D-4268-94DD-670B32F7893E}" dt="2026-10-17T01:28:47.405" v="998" actId="14100"/>
          <ac:spMkLst>
            <pc:docMk/>
            <pc:sldMk cId="2593927822" sldId="280"/>
            <ac:spMk id="104" creationId="{21AB8357-0AD5-008A-6F9B-C344FA9883F9}"/>
          </ac:spMkLst>
        </pc:spChg>
        <pc:spChg chg="add mod">
          <ac:chgData name="Ahmad Akmal" userId="5df44f1354162eca" providerId="LiveId" clId="{257BC787-A13D-4268-94DD-670B32F7893E}" dt="2026-10-17T01:23:59.392" v="931" actId="571"/>
          <ac:spMkLst>
            <pc:docMk/>
            <pc:sldMk cId="2593927822" sldId="280"/>
            <ac:spMk id="105" creationId="{3103CF95-BBC0-B788-BFA8-D97F7F6C93FF}"/>
          </ac:spMkLst>
        </pc:spChg>
        <pc:spChg chg="add mod">
          <ac:chgData name="Ahmad Akmal" userId="5df44f1354162eca" providerId="LiveId" clId="{257BC787-A13D-4268-94DD-670B32F7893E}" dt="2026-10-17T01:40:15.793" v="1038" actId="1035"/>
          <ac:spMkLst>
            <pc:docMk/>
            <pc:sldMk cId="2593927822" sldId="280"/>
            <ac:spMk id="106" creationId="{5380CA88-5AB2-D6A5-D9DE-D9AA50630B8D}"/>
          </ac:spMkLst>
        </pc:spChg>
        <pc:spChg chg="add mod">
          <ac:chgData name="Ahmad Akmal" userId="5df44f1354162eca" providerId="LiveId" clId="{257BC787-A13D-4268-94DD-670B32F7893E}" dt="2026-10-17T01:24:13.961" v="936" actId="20577"/>
          <ac:spMkLst>
            <pc:docMk/>
            <pc:sldMk cId="2593927822" sldId="280"/>
            <ac:spMk id="107" creationId="{3730A2E6-1394-1259-B7C6-9C22A84B59CE}"/>
          </ac:spMkLst>
        </pc:spChg>
        <pc:spChg chg="add mod">
          <ac:chgData name="Ahmad Akmal" userId="5df44f1354162eca" providerId="LiveId" clId="{257BC787-A13D-4268-94DD-670B32F7893E}" dt="2026-10-17T01:28:41.846" v="997" actId="1076"/>
          <ac:spMkLst>
            <pc:docMk/>
            <pc:sldMk cId="2593927822" sldId="280"/>
            <ac:spMk id="108" creationId="{C739B86E-61A9-FEE6-18A4-1C846E9C5D17}"/>
          </ac:spMkLst>
        </pc:spChg>
        <pc:spChg chg="add mod">
          <ac:chgData name="Ahmad Akmal" userId="5df44f1354162eca" providerId="LiveId" clId="{257BC787-A13D-4268-94DD-670B32F7893E}" dt="2026-10-17T01:28:30.784" v="996" actId="14100"/>
          <ac:spMkLst>
            <pc:docMk/>
            <pc:sldMk cId="2593927822" sldId="280"/>
            <ac:spMk id="109" creationId="{D0C76768-9C14-248B-C9DB-822510B60E6B}"/>
          </ac:spMkLst>
        </pc:spChg>
        <pc:spChg chg="add mod">
          <ac:chgData name="Ahmad Akmal" userId="5df44f1354162eca" providerId="LiveId" clId="{257BC787-A13D-4268-94DD-670B32F7893E}" dt="2026-10-17T01:28:47.405" v="998" actId="14100"/>
          <ac:spMkLst>
            <pc:docMk/>
            <pc:sldMk cId="2593927822" sldId="280"/>
            <ac:spMk id="110" creationId="{E428300C-9182-7EBC-758E-4018BD978F51}"/>
          </ac:spMkLst>
        </pc:spChg>
        <pc:spChg chg="add mod">
          <ac:chgData name="Ahmad Akmal" userId="5df44f1354162eca" providerId="LiveId" clId="{257BC787-A13D-4268-94DD-670B32F7893E}" dt="2026-10-17T01:24:02.561" v="932" actId="571"/>
          <ac:spMkLst>
            <pc:docMk/>
            <pc:sldMk cId="2593927822" sldId="280"/>
            <ac:spMk id="111" creationId="{76000E4B-EF49-4039-0C8B-38438F796785}"/>
          </ac:spMkLst>
        </pc:spChg>
        <pc:spChg chg="add mod">
          <ac:chgData name="Ahmad Akmal" userId="5df44f1354162eca" providerId="LiveId" clId="{257BC787-A13D-4268-94DD-670B32F7893E}" dt="2026-10-17T01:40:15.793" v="1038" actId="1035"/>
          <ac:spMkLst>
            <pc:docMk/>
            <pc:sldMk cId="2593927822" sldId="280"/>
            <ac:spMk id="112" creationId="{C1CD4ACB-DE33-5D78-F7C3-FBB9CBF7D1EF}"/>
          </ac:spMkLst>
        </pc:spChg>
        <pc:spChg chg="add mod">
          <ac:chgData name="Ahmad Akmal" userId="5df44f1354162eca" providerId="LiveId" clId="{257BC787-A13D-4268-94DD-670B32F7893E}" dt="2026-10-17T01:26:35.697" v="981" actId="20577"/>
          <ac:spMkLst>
            <pc:docMk/>
            <pc:sldMk cId="2593927822" sldId="280"/>
            <ac:spMk id="113" creationId="{5985AAE1-D2B0-264A-142B-30F7E5353345}"/>
          </ac:spMkLst>
        </pc:spChg>
        <pc:spChg chg="add mod">
          <ac:chgData name="Ahmad Akmal" userId="5df44f1354162eca" providerId="LiveId" clId="{257BC787-A13D-4268-94DD-670B32F7893E}" dt="2026-10-17T01:28:41.846" v="997" actId="1076"/>
          <ac:spMkLst>
            <pc:docMk/>
            <pc:sldMk cId="2593927822" sldId="280"/>
            <ac:spMk id="114" creationId="{80DF2624-92AA-8956-BDD0-EEE576859B40}"/>
          </ac:spMkLst>
        </pc:spChg>
        <pc:spChg chg="add mod">
          <ac:chgData name="Ahmad Akmal" userId="5df44f1354162eca" providerId="LiveId" clId="{257BC787-A13D-4268-94DD-670B32F7893E}" dt="2026-10-17T01:28:30.784" v="996" actId="14100"/>
          <ac:spMkLst>
            <pc:docMk/>
            <pc:sldMk cId="2593927822" sldId="280"/>
            <ac:spMk id="115" creationId="{02BD80AE-CC68-6BDF-860D-E1666D618A7D}"/>
          </ac:spMkLst>
        </pc:spChg>
        <pc:spChg chg="add mod">
          <ac:chgData name="Ahmad Akmal" userId="5df44f1354162eca" providerId="LiveId" clId="{257BC787-A13D-4268-94DD-670B32F7893E}" dt="2026-10-17T01:28:47.405" v="998" actId="14100"/>
          <ac:spMkLst>
            <pc:docMk/>
            <pc:sldMk cId="2593927822" sldId="280"/>
            <ac:spMk id="116" creationId="{FA6EA28C-3898-FC34-D874-E24DDCDC9A33}"/>
          </ac:spMkLst>
        </pc:spChg>
        <pc:spChg chg="add mod">
          <ac:chgData name="Ahmad Akmal" userId="5df44f1354162eca" providerId="LiveId" clId="{257BC787-A13D-4268-94DD-670B32F7893E}" dt="2026-10-17T01:24:04.743" v="933" actId="571"/>
          <ac:spMkLst>
            <pc:docMk/>
            <pc:sldMk cId="2593927822" sldId="280"/>
            <ac:spMk id="117" creationId="{A27DD508-2E7E-8C39-DE83-3616BD9A7393}"/>
          </ac:spMkLst>
        </pc:spChg>
        <pc:spChg chg="add mod">
          <ac:chgData name="Ahmad Akmal" userId="5df44f1354162eca" providerId="LiveId" clId="{257BC787-A13D-4268-94DD-670B32F7893E}" dt="2026-10-17T01:40:15.793" v="1038" actId="1035"/>
          <ac:spMkLst>
            <pc:docMk/>
            <pc:sldMk cId="2593927822" sldId="280"/>
            <ac:spMk id="118" creationId="{DF9DF56C-C5A6-237F-AB9C-E2E95422CE6B}"/>
          </ac:spMkLst>
        </pc:spChg>
        <pc:spChg chg="add mod">
          <ac:chgData name="Ahmad Akmal" userId="5df44f1354162eca" providerId="LiveId" clId="{257BC787-A13D-4268-94DD-670B32F7893E}" dt="2026-10-17T01:26:42.994" v="982"/>
          <ac:spMkLst>
            <pc:docMk/>
            <pc:sldMk cId="2593927822" sldId="280"/>
            <ac:spMk id="119" creationId="{D50415C2-9DF0-91B3-58AB-2BBBEE5A03A2}"/>
          </ac:spMkLst>
        </pc:spChg>
        <pc:spChg chg="add mod">
          <ac:chgData name="Ahmad Akmal" userId="5df44f1354162eca" providerId="LiveId" clId="{257BC787-A13D-4268-94DD-670B32F7893E}" dt="2026-10-17T01:28:41.846" v="997" actId="1076"/>
          <ac:spMkLst>
            <pc:docMk/>
            <pc:sldMk cId="2593927822" sldId="280"/>
            <ac:spMk id="120" creationId="{85331BED-2BC4-28FA-0574-A3BE13903321}"/>
          </ac:spMkLst>
        </pc:spChg>
        <pc:spChg chg="add mod">
          <ac:chgData name="Ahmad Akmal" userId="5df44f1354162eca" providerId="LiveId" clId="{257BC787-A13D-4268-94DD-670B32F7893E}" dt="2026-10-17T01:28:30.784" v="996" actId="14100"/>
          <ac:spMkLst>
            <pc:docMk/>
            <pc:sldMk cId="2593927822" sldId="280"/>
            <ac:spMk id="121" creationId="{AB28D6C1-9AE3-36F7-C00C-730484ACB872}"/>
          </ac:spMkLst>
        </pc:spChg>
        <pc:spChg chg="add mod">
          <ac:chgData name="Ahmad Akmal" userId="5df44f1354162eca" providerId="LiveId" clId="{257BC787-A13D-4268-94DD-670B32F7893E}" dt="2026-10-17T01:28:47.405" v="998" actId="14100"/>
          <ac:spMkLst>
            <pc:docMk/>
            <pc:sldMk cId="2593927822" sldId="280"/>
            <ac:spMk id="122" creationId="{F8319077-8CA7-5C76-509B-BB132392671F}"/>
          </ac:spMkLst>
        </pc:spChg>
        <pc:spChg chg="add mod">
          <ac:chgData name="Ahmad Akmal" userId="5df44f1354162eca" providerId="LiveId" clId="{257BC787-A13D-4268-94DD-670B32F7893E}" dt="2026-10-17T01:24:09.500" v="934" actId="571"/>
          <ac:spMkLst>
            <pc:docMk/>
            <pc:sldMk cId="2593927822" sldId="280"/>
            <ac:spMk id="123" creationId="{0D22DA6E-10F3-048E-BF39-1752B89CAEF0}"/>
          </ac:spMkLst>
        </pc:spChg>
        <pc:spChg chg="add mod">
          <ac:chgData name="Ahmad Akmal" userId="5df44f1354162eca" providerId="LiveId" clId="{257BC787-A13D-4268-94DD-670B32F7893E}" dt="2026-10-17T01:40:15.793" v="1038" actId="1035"/>
          <ac:spMkLst>
            <pc:docMk/>
            <pc:sldMk cId="2593927822" sldId="280"/>
            <ac:spMk id="124" creationId="{2A8C2300-DD0C-3B80-7990-1848B2E4C4A1}"/>
          </ac:spMkLst>
        </pc:spChg>
        <pc:spChg chg="add mod">
          <ac:chgData name="Ahmad Akmal" userId="5df44f1354162eca" providerId="LiveId" clId="{257BC787-A13D-4268-94DD-670B32F7893E}" dt="2026-10-17T01:26:48.889" v="983"/>
          <ac:spMkLst>
            <pc:docMk/>
            <pc:sldMk cId="2593927822" sldId="280"/>
            <ac:spMk id="125" creationId="{20F5D56F-D881-BA26-E697-6B6AE395C166}"/>
          </ac:spMkLst>
        </pc:spChg>
        <pc:spChg chg="add mod">
          <ac:chgData name="Ahmad Akmal" userId="5df44f1354162eca" providerId="LiveId" clId="{257BC787-A13D-4268-94DD-670B32F7893E}" dt="2026-10-17T01:28:41.846" v="997" actId="1076"/>
          <ac:spMkLst>
            <pc:docMk/>
            <pc:sldMk cId="2593927822" sldId="280"/>
            <ac:spMk id="126" creationId="{09B22F34-B1F9-797C-BFEA-DF0EAFB6E06A}"/>
          </ac:spMkLst>
        </pc:spChg>
        <pc:spChg chg="add mod">
          <ac:chgData name="Ahmad Akmal" userId="5df44f1354162eca" providerId="LiveId" clId="{257BC787-A13D-4268-94DD-670B32F7893E}" dt="2026-10-17T01:28:30.784" v="996" actId="14100"/>
          <ac:spMkLst>
            <pc:docMk/>
            <pc:sldMk cId="2593927822" sldId="280"/>
            <ac:spMk id="127" creationId="{8DF5A60B-B1EB-90A5-C971-680BEE2281A2}"/>
          </ac:spMkLst>
        </pc:spChg>
        <pc:spChg chg="add mod">
          <ac:chgData name="Ahmad Akmal" userId="5df44f1354162eca" providerId="LiveId" clId="{257BC787-A13D-4268-94DD-670B32F7893E}" dt="2026-10-17T01:33:45.936" v="1028" actId="207"/>
          <ac:spMkLst>
            <pc:docMk/>
            <pc:sldMk cId="2593927822" sldId="280"/>
            <ac:spMk id="129" creationId="{EB1B2750-D02D-6D0D-ABC5-323283006453}"/>
          </ac:spMkLst>
        </pc:spChg>
        <pc:spChg chg="add mod">
          <ac:chgData name="Ahmad Akmal" userId="5df44f1354162eca" providerId="LiveId" clId="{257BC787-A13D-4268-94DD-670B32F7893E}" dt="2026-10-17T01:33:53.184" v="1029" actId="207"/>
          <ac:spMkLst>
            <pc:docMk/>
            <pc:sldMk cId="2593927822" sldId="280"/>
            <ac:spMk id="131" creationId="{8ADDC082-DAC7-DE4B-1ABB-A4E16B2DBD7D}"/>
          </ac:spMkLst>
        </pc:spChg>
        <pc:spChg chg="add mod">
          <ac:chgData name="Ahmad Akmal" userId="5df44f1354162eca" providerId="LiveId" clId="{257BC787-A13D-4268-94DD-670B32F7893E}" dt="2026-10-17T01:33:58.025" v="1030" actId="207"/>
          <ac:spMkLst>
            <pc:docMk/>
            <pc:sldMk cId="2593927822" sldId="280"/>
            <ac:spMk id="133" creationId="{C1DA15E0-DD0B-423E-489C-351411C0A13F}"/>
          </ac:spMkLst>
        </pc:spChg>
        <pc:grpChg chg="del">
          <ac:chgData name="Ahmad Akmal" userId="5df44f1354162eca" providerId="LiveId" clId="{257BC787-A13D-4268-94DD-670B32F7893E}" dt="2026-10-17T01:16:37.442" v="765" actId="478"/>
          <ac:grpSpMkLst>
            <pc:docMk/>
            <pc:sldMk cId="2593927822" sldId="280"/>
            <ac:grpSpMk id="2" creationId="{AE571378-A99A-B483-1BEB-AD1469F98195}"/>
          </ac:grpSpMkLst>
        </pc:grpChg>
        <pc:grpChg chg="del">
          <ac:chgData name="Ahmad Akmal" userId="5df44f1354162eca" providerId="LiveId" clId="{257BC787-A13D-4268-94DD-670B32F7893E}" dt="2026-10-17T01:16:34.513" v="764" actId="478"/>
          <ac:grpSpMkLst>
            <pc:docMk/>
            <pc:sldMk cId="2593927822" sldId="280"/>
            <ac:grpSpMk id="6" creationId="{011FDF68-7A7F-1775-27B7-F6DC9E47EA3E}"/>
          </ac:grpSpMkLst>
        </pc:grpChg>
        <pc:grpChg chg="del">
          <ac:chgData name="Ahmad Akmal" userId="5df44f1354162eca" providerId="LiveId" clId="{257BC787-A13D-4268-94DD-670B32F7893E}" dt="2026-10-17T01:16:34.513" v="764" actId="478"/>
          <ac:grpSpMkLst>
            <pc:docMk/>
            <pc:sldMk cId="2593927822" sldId="280"/>
            <ac:grpSpMk id="16" creationId="{892543CA-4AB2-C70E-EFCA-1FD921071899}"/>
          </ac:grpSpMkLst>
        </pc:grpChg>
        <pc:picChg chg="del">
          <ac:chgData name="Ahmad Akmal" userId="5df44f1354162eca" providerId="LiveId" clId="{257BC787-A13D-4268-94DD-670B32F7893E}" dt="2026-10-17T01:16:42.734" v="770" actId="478"/>
          <ac:picMkLst>
            <pc:docMk/>
            <pc:sldMk cId="2593927822" sldId="280"/>
            <ac:picMk id="31" creationId="{A9BA7115-0ED6-A1E9-C195-E1A62BC6DF6C}"/>
          </ac:picMkLst>
        </pc:picChg>
        <pc:cxnChg chg="del">
          <ac:chgData name="Ahmad Akmal" userId="5df44f1354162eca" providerId="LiveId" clId="{257BC787-A13D-4268-94DD-670B32F7893E}" dt="2026-10-17T01:16:40.074" v="767" actId="478"/>
          <ac:cxnSpMkLst>
            <pc:docMk/>
            <pc:sldMk cId="2593927822" sldId="280"/>
            <ac:cxnSpMk id="7" creationId="{3A88EA0D-D3BC-31FB-32E2-E16974AC26F3}"/>
          </ac:cxnSpMkLst>
        </pc:cxnChg>
        <pc:cxnChg chg="del">
          <ac:chgData name="Ahmad Akmal" userId="5df44f1354162eca" providerId="LiveId" clId="{257BC787-A13D-4268-94DD-670B32F7893E}" dt="2026-10-17T01:16:39.552" v="766" actId="478"/>
          <ac:cxnSpMkLst>
            <pc:docMk/>
            <pc:sldMk cId="2593927822" sldId="280"/>
            <ac:cxnSpMk id="27" creationId="{580B24AE-D978-0BD6-5097-AA1378DE42B2}"/>
          </ac:cxnSpMkLst>
        </pc:cxnChg>
      </pc:sldChg>
      <pc:sldChg chg="add del">
        <pc:chgData name="Ahmad Akmal" userId="5df44f1354162eca" providerId="LiveId" clId="{257BC787-A13D-4268-94DD-670B32F7893E}" dt="2026-10-17T01:50:35.419" v="1048"/>
        <pc:sldMkLst>
          <pc:docMk/>
          <pc:sldMk cId="1136788956" sldId="2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31B3DE-720E-4542-BECC-ECA94B43ACAD}" type="datetimeFigureOut">
              <a:rPr lang="en-SG" smtClean="0"/>
              <a:t>19/10/2026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DF96A4-9F69-4779-8163-2438CA390C0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904827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4139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3882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435924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4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8246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5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147725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6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56098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7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37809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8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73790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5126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12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30051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To wrap up, this project demonstrates how raw public safety data can be cleaned and transformed into clear, actionable spatial-temporal insights. Thank you for listening, and I’m happy to take any questions!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DF96A4-9F69-4779-8163-2438CA390C00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736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" y="4498627"/>
            <a:ext cx="10668000" cy="6381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62000" y="4498627"/>
            <a:ext cx="10668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62000" y="2216497"/>
            <a:ext cx="940816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lang="en-US" sz="3900" b="1" i="0" u="none" dirty="0">
                <a:solidFill>
                  <a:srgbClr val="7A0103"/>
                </a:solidFill>
                <a:latin typeface="Aptos Mono" panose="020B0009020202020204" pitchFamily="49" charset="0"/>
              </a:rPr>
              <a:t>Chicago Crime Analytics &amp; Operational Resource Allocation</a:t>
            </a:r>
            <a:endParaRPr sz="39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62000" y="3546127"/>
            <a:ext cx="6572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 b="0" i="0" u="none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Data-Driven Command Decisions for Patrol Deployment and Risk Prevention (2020–2022)</a:t>
            </a:r>
            <a:endParaRPr sz="1500" b="0" i="0" u="none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62000" y="1904008"/>
            <a:ext cx="525923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200" b="1" i="0" u="none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PREPARED FOR THE CHICAGO POLICE DEPARTMENT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4774852"/>
            <a:ext cx="67018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i="0" u="none" dirty="0">
                <a:solidFill>
                  <a:srgbClr val="7A0103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Objective</a:t>
            </a:r>
            <a:endParaRPr sz="1200" b="1" i="0" u="none" dirty="0">
              <a:solidFill>
                <a:srgbClr val="7A0103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62000" y="5030498"/>
            <a:ext cx="2772063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25" i="0" u="none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Synthesize 600,000+ incident records from Chicago’s CLEAR system into an interactive 6-page executive dashboard.</a:t>
            </a:r>
            <a:endParaRPr sz="1125" i="0" u="none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099249" y="4774852"/>
            <a:ext cx="98597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i="0" u="none" dirty="0">
                <a:solidFill>
                  <a:srgbClr val="7A0103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Strategic Goal</a:t>
            </a:r>
            <a:endParaRPr sz="1200" b="1" i="0" u="none" dirty="0">
              <a:solidFill>
                <a:srgbClr val="7A0103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99249" y="5030498"/>
            <a:ext cx="2575871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25" i="0" u="none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Shift police command staff from reactive patrol reporting to proactive, hourly, and district-level resource deployment.</a:t>
            </a:r>
            <a:endParaRPr sz="1125" i="0" u="none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06776" y="4774852"/>
            <a:ext cx="86389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i="0" u="none" dirty="0">
                <a:solidFill>
                  <a:srgbClr val="7A0103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Core Impact</a:t>
            </a:r>
            <a:endParaRPr sz="1200" b="1" i="0" u="none" dirty="0">
              <a:solidFill>
                <a:srgbClr val="7A0103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06776" y="5030498"/>
            <a:ext cx="2928764" cy="51937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125" i="0" u="none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Pinpointed peak workload drivers, identified high-volume unassigned backlogs, and established district efficiency benchmarks.</a:t>
            </a:r>
            <a:endParaRPr sz="1125" i="0" u="none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699CC3-6C91-D63C-6FD9-7838CF765C50}"/>
              </a:ext>
            </a:extLst>
          </p:cNvPr>
          <p:cNvSpPr txBox="1"/>
          <p:nvPr/>
        </p:nvSpPr>
        <p:spPr>
          <a:xfrm>
            <a:off x="762000" y="1609265"/>
            <a:ext cx="525923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i="0" u="none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Capstone </a:t>
            </a:r>
            <a:r>
              <a:rPr lang="en-US" sz="10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Project 12 | Power BI Dashboard</a:t>
            </a:r>
            <a:endParaRPr lang="en-US" sz="1000" i="0" u="none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47A919-84FF-3AAA-F43D-F8DC3717B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0C258C0-E1F0-D5B2-2804-C067BEC924AF}"/>
              </a:ext>
            </a:extLst>
          </p:cNvPr>
          <p:cNvSpPr txBox="1"/>
          <p:nvPr/>
        </p:nvSpPr>
        <p:spPr>
          <a:xfrm>
            <a:off x="314960" y="742991"/>
            <a:ext cx="737381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Project Motivation &amp; Objective Statement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8A7271-F551-330B-9977-43D7A6EA15B1}"/>
              </a:ext>
            </a:extLst>
          </p:cNvPr>
          <p:cNvSpPr txBox="1"/>
          <p:nvPr/>
        </p:nvSpPr>
        <p:spPr>
          <a:xfrm>
            <a:off x="314960" y="1515973"/>
            <a:ext cx="3418320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Objective Statement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204233-CE69-A372-9171-DA0A3349509D}"/>
              </a:ext>
            </a:extLst>
          </p:cNvPr>
          <p:cNvSpPr txBox="1"/>
          <p:nvPr/>
        </p:nvSpPr>
        <p:spPr>
          <a:xfrm>
            <a:off x="354970" y="1977903"/>
            <a:ext cx="5485392" cy="18466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2000" b="1" dirty="0">
                <a:solidFill>
                  <a:srgbClr val="7A0103"/>
                </a:solidFill>
                <a:latin typeface="Aptos" panose="020B0004020202020204" pitchFamily="34" charset="0"/>
              </a:rPr>
              <a:t>To clean, model, and transform multi-year Chicago police incident records into an actionable data story that isolates spatial-temporal hotspots, evaluates district clearance performance, and optimizes shift resource allocation for executive command staff.</a:t>
            </a:r>
            <a:endParaRPr lang="en-SG" sz="2000" b="1" dirty="0">
              <a:solidFill>
                <a:srgbClr val="7A0103"/>
              </a:solidFill>
              <a:effectLst/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DA27DD-42B3-D0FD-D284-4DE5B6363099}"/>
              </a:ext>
            </a:extLst>
          </p:cNvPr>
          <p:cNvSpPr txBox="1"/>
          <p:nvPr/>
        </p:nvSpPr>
        <p:spPr>
          <a:xfrm>
            <a:off x="373304" y="4402075"/>
            <a:ext cx="3713884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0F172A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Project Motivation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59C736-4498-230E-F3F3-5A01160CA26A}"/>
              </a:ext>
            </a:extLst>
          </p:cNvPr>
          <p:cNvSpPr txBox="1"/>
          <p:nvPr/>
        </p:nvSpPr>
        <p:spPr>
          <a:xfrm>
            <a:off x="354968" y="4890575"/>
            <a:ext cx="5485394" cy="16619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400" dirty="0">
                <a:latin typeface="Aptos" panose="020B0004020202020204" pitchFamily="34" charset="0"/>
              </a:rPr>
              <a:t>Metropolitan police departments face severe resource constraints and surging call volumes.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400" dirty="0">
                <a:latin typeface="Aptos" panose="020B0004020202020204" pitchFamily="34" charset="0"/>
              </a:rPr>
              <a:t>Static monthly reports obscure critical intraday spikes, preventing command staff from optimizing shift overlays.</a:t>
            </a:r>
          </a:p>
          <a:p>
            <a:pPr marL="171450" lvl="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400" dirty="0">
                <a:latin typeface="Aptos" panose="020B0004020202020204" pitchFamily="34" charset="0"/>
              </a:rPr>
              <a:t>Raw public safety data contains significant quality issues, duplicate categorizations, and non-standardized location definitions that distort high-level decision-making.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4E917A-9FBE-5F6D-8C91-FCDC50221598}"/>
              </a:ext>
            </a:extLst>
          </p:cNvPr>
          <p:cNvSpPr txBox="1"/>
          <p:nvPr/>
        </p:nvSpPr>
        <p:spPr>
          <a:xfrm>
            <a:off x="8079742" y="1462239"/>
            <a:ext cx="2430217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sz="1600" b="1" dirty="0">
                <a:latin typeface="Aptos" panose="020B0004020202020204" pitchFamily="34" charset="0"/>
              </a:rPr>
              <a:t>Core Research Questions:</a:t>
            </a:r>
            <a:endParaRPr lang="en-SG" sz="1600" dirty="0">
              <a:latin typeface="Aptos" panose="020B0004020202020204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77C7E4E-A756-B481-2818-50F5FC278FA0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A23DDF4-6032-9BE9-FB96-EF8EB42A44DD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9636C5AA-2E41-7C5A-C80B-3DE867460316}"/>
              </a:ext>
            </a:extLst>
          </p:cNvPr>
          <p:cNvCxnSpPr>
            <a:cxnSpLocks/>
          </p:cNvCxnSpPr>
          <p:nvPr/>
        </p:nvCxnSpPr>
        <p:spPr>
          <a:xfrm>
            <a:off x="294640" y="4149226"/>
            <a:ext cx="6331593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94766AC-5556-3A07-A2C1-7EB0320DB998}"/>
              </a:ext>
            </a:extLst>
          </p:cNvPr>
          <p:cNvCxnSpPr>
            <a:cxnSpLocks/>
          </p:cNvCxnSpPr>
          <p:nvPr/>
        </p:nvCxnSpPr>
        <p:spPr>
          <a:xfrm>
            <a:off x="6626233" y="1292167"/>
            <a:ext cx="0" cy="537279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C6F7B867-B252-75C9-BF23-855644ADBD4F}"/>
              </a:ext>
            </a:extLst>
          </p:cNvPr>
          <p:cNvSpPr txBox="1"/>
          <p:nvPr/>
        </p:nvSpPr>
        <p:spPr>
          <a:xfrm>
            <a:off x="7724206" y="2179120"/>
            <a:ext cx="394668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1E25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 did total crime volume shift from 2020 to 2022?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7B95FB7-A952-5CCF-D904-37947979EE45}"/>
              </a:ext>
            </a:extLst>
          </p:cNvPr>
          <p:cNvSpPr txBox="1"/>
          <p:nvPr/>
        </p:nvSpPr>
        <p:spPr>
          <a:xfrm>
            <a:off x="7724206" y="2809571"/>
            <a:ext cx="35828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E25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When does crime peak by hour of day and shift windows?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BA105A-61F5-B268-C941-DD4F98A84D97}"/>
              </a:ext>
            </a:extLst>
          </p:cNvPr>
          <p:cNvSpPr txBox="1"/>
          <p:nvPr/>
        </p:nvSpPr>
        <p:spPr>
          <a:xfrm>
            <a:off x="7724206" y="3551572"/>
            <a:ext cx="40512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E25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Which police districts serve as primary workload hotspots?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A0DA237-F757-2045-1281-5818FF809F5A}"/>
              </a:ext>
            </a:extLst>
          </p:cNvPr>
          <p:cNvSpPr txBox="1"/>
          <p:nvPr/>
        </p:nvSpPr>
        <p:spPr>
          <a:xfrm>
            <a:off x="7724206" y="4178535"/>
            <a:ext cx="40512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E25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What share of incidents lead to an arrest, and how has clearance performance evolved?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D820B0-E16C-A886-BF88-4F793D038836}"/>
              </a:ext>
            </a:extLst>
          </p:cNvPr>
          <p:cNvSpPr txBox="1"/>
          <p:nvPr/>
        </p:nvSpPr>
        <p:spPr>
          <a:xfrm>
            <a:off x="7724206" y="4917049"/>
            <a:ext cx="39466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1E253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How common is domestic crime and where is it concentrated?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99BA89D-9750-F5E2-1268-F929706B5787}"/>
              </a:ext>
            </a:extLst>
          </p:cNvPr>
          <p:cNvSpPr/>
          <p:nvPr/>
        </p:nvSpPr>
        <p:spPr>
          <a:xfrm>
            <a:off x="7232104" y="2186095"/>
            <a:ext cx="360000" cy="360000"/>
          </a:xfrm>
          <a:prstGeom prst="ellipse">
            <a:avLst/>
          </a:prstGeom>
          <a:solidFill>
            <a:srgbClr val="7A0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498832B0-7975-0CB1-B428-8B37CF38DC7C}"/>
              </a:ext>
            </a:extLst>
          </p:cNvPr>
          <p:cNvSpPr/>
          <p:nvPr/>
        </p:nvSpPr>
        <p:spPr>
          <a:xfrm>
            <a:off x="7235666" y="2863472"/>
            <a:ext cx="360000" cy="360000"/>
          </a:xfrm>
          <a:prstGeom prst="ellipse">
            <a:avLst/>
          </a:prstGeom>
          <a:solidFill>
            <a:srgbClr val="7A0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5E42813D-4845-6CB9-4E68-8743B6556808}"/>
              </a:ext>
            </a:extLst>
          </p:cNvPr>
          <p:cNvSpPr/>
          <p:nvPr/>
        </p:nvSpPr>
        <p:spPr>
          <a:xfrm>
            <a:off x="7235666" y="3540849"/>
            <a:ext cx="360000" cy="360000"/>
          </a:xfrm>
          <a:prstGeom prst="ellipse">
            <a:avLst/>
          </a:prstGeom>
          <a:solidFill>
            <a:srgbClr val="7A0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D16B0BE-66BE-4170-EFCD-55968943361E}"/>
              </a:ext>
            </a:extLst>
          </p:cNvPr>
          <p:cNvSpPr/>
          <p:nvPr/>
        </p:nvSpPr>
        <p:spPr>
          <a:xfrm>
            <a:off x="7235666" y="4218226"/>
            <a:ext cx="360000" cy="360000"/>
          </a:xfrm>
          <a:prstGeom prst="ellipse">
            <a:avLst/>
          </a:prstGeom>
          <a:solidFill>
            <a:srgbClr val="7A0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1869867F-76B0-54A0-E421-DA6DBEA7CBBD}"/>
              </a:ext>
            </a:extLst>
          </p:cNvPr>
          <p:cNvSpPr/>
          <p:nvPr/>
        </p:nvSpPr>
        <p:spPr>
          <a:xfrm>
            <a:off x="7235666" y="4895603"/>
            <a:ext cx="360000" cy="360000"/>
          </a:xfrm>
          <a:prstGeom prst="ellipse">
            <a:avLst/>
          </a:prstGeom>
          <a:solidFill>
            <a:srgbClr val="7A010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13EE1A9-FC6C-B719-8ECF-9C11184E3C24}"/>
              </a:ext>
            </a:extLst>
          </p:cNvPr>
          <p:cNvCxnSpPr>
            <a:cxnSpLocks/>
          </p:cNvCxnSpPr>
          <p:nvPr/>
        </p:nvCxnSpPr>
        <p:spPr>
          <a:xfrm>
            <a:off x="6646606" y="1797252"/>
            <a:ext cx="520126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862F69A-6BD0-8DD1-B327-1A239D3D6BA6}"/>
              </a:ext>
            </a:extLst>
          </p:cNvPr>
          <p:cNvSpPr txBox="1"/>
          <p:nvPr/>
        </p:nvSpPr>
        <p:spPr>
          <a:xfrm>
            <a:off x="314960" y="233680"/>
            <a:ext cx="186371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STRATEGIC FOUNDATIONS</a:t>
            </a:r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7C481D8D-EDB7-9C38-D3D7-F1565A5AD71A}"/>
              </a:ext>
            </a:extLst>
          </p:cNvPr>
          <p:cNvSpPr txBox="1"/>
          <p:nvPr/>
        </p:nvSpPr>
        <p:spPr>
          <a:xfrm>
            <a:off x="7232104" y="219862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F2D3530-C08D-B649-3954-DFBE73CE958D}"/>
              </a:ext>
            </a:extLst>
          </p:cNvPr>
          <p:cNvSpPr txBox="1"/>
          <p:nvPr/>
        </p:nvSpPr>
        <p:spPr>
          <a:xfrm>
            <a:off x="7232104" y="2866667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389D34CE-BC8B-6955-99CD-B19FB6D51CB0}"/>
              </a:ext>
            </a:extLst>
          </p:cNvPr>
          <p:cNvSpPr txBox="1"/>
          <p:nvPr/>
        </p:nvSpPr>
        <p:spPr>
          <a:xfrm>
            <a:off x="7232104" y="354084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EECE7037-0FFA-53B6-A27C-0EC058843D68}"/>
              </a:ext>
            </a:extLst>
          </p:cNvPr>
          <p:cNvSpPr txBox="1"/>
          <p:nvPr/>
        </p:nvSpPr>
        <p:spPr>
          <a:xfrm>
            <a:off x="7232104" y="42423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513D710A-E186-928C-6C55-7FF1D5C5CBD7}"/>
              </a:ext>
            </a:extLst>
          </p:cNvPr>
          <p:cNvSpPr txBox="1"/>
          <p:nvPr/>
        </p:nvSpPr>
        <p:spPr>
          <a:xfrm>
            <a:off x="7232104" y="4908131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5688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DD9D0-9BAF-CE8C-977E-EF095F4E1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3907D59C-CCF4-6F31-8079-5999BBDCDABB}"/>
              </a:ext>
            </a:extLst>
          </p:cNvPr>
          <p:cNvSpPr txBox="1"/>
          <p:nvPr/>
        </p:nvSpPr>
        <p:spPr>
          <a:xfrm>
            <a:off x="321231" y="1487485"/>
            <a:ext cx="235179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sz="1600" b="1" dirty="0">
                <a:latin typeface="Aptos" panose="020B0004020202020204" pitchFamily="34" charset="0"/>
              </a:rPr>
              <a:t>Overview &amp; File Structure</a:t>
            </a:r>
            <a:endParaRPr sz="1600" b="1" i="0" u="none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025138-66E9-4ADC-4DEB-70F08ED8FA57}"/>
              </a:ext>
            </a:extLst>
          </p:cNvPr>
          <p:cNvSpPr txBox="1"/>
          <p:nvPr/>
        </p:nvSpPr>
        <p:spPr>
          <a:xfrm>
            <a:off x="314960" y="742991"/>
            <a:ext cx="7742504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Dataset Overview &amp; Data Quality Watch-Outs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E24346-B830-ECC2-8B9E-459ABF122C53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CD9E3EC-DC65-E8A9-EC83-82AC27A0C5FB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D52B59C5-13B8-580A-A3CB-AC8170F85A30}"/>
              </a:ext>
            </a:extLst>
          </p:cNvPr>
          <p:cNvSpPr txBox="1"/>
          <p:nvPr/>
        </p:nvSpPr>
        <p:spPr>
          <a:xfrm>
            <a:off x="314960" y="233680"/>
            <a:ext cx="14950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DATA ARCHITECTURE</a:t>
            </a:r>
            <a:endParaRPr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2">
            <a:extLst>
              <a:ext uri="{FF2B5EF4-FFF2-40B4-BE49-F238E27FC236}">
                <a16:creationId xmlns:a16="http://schemas.microsoft.com/office/drawing/2014/main" id="{4B752382-7ADB-3017-44FC-FCA930996969}"/>
              </a:ext>
            </a:extLst>
          </p:cNvPr>
          <p:cNvSpPr/>
          <p:nvPr/>
        </p:nvSpPr>
        <p:spPr>
          <a:xfrm>
            <a:off x="294640" y="1938528"/>
            <a:ext cx="3676469" cy="858580"/>
          </a:xfrm>
          <a:prstGeom prst="roundRect">
            <a:avLst>
              <a:gd name="adj" fmla="val 1481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3">
            <a:extLst>
              <a:ext uri="{FF2B5EF4-FFF2-40B4-BE49-F238E27FC236}">
                <a16:creationId xmlns:a16="http://schemas.microsoft.com/office/drawing/2014/main" id="{E3339C12-8C03-8977-15D0-0865737EE69F}"/>
              </a:ext>
            </a:extLst>
          </p:cNvPr>
          <p:cNvSpPr/>
          <p:nvPr/>
        </p:nvSpPr>
        <p:spPr>
          <a:xfrm>
            <a:off x="386080" y="2028119"/>
            <a:ext cx="347472" cy="3474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4">
            <a:extLst>
              <a:ext uri="{FF2B5EF4-FFF2-40B4-BE49-F238E27FC236}">
                <a16:creationId xmlns:a16="http://schemas.microsoft.com/office/drawing/2014/main" id="{ADCCAFBC-C268-B38B-FC3C-B36014891059}"/>
              </a:ext>
            </a:extLst>
          </p:cNvPr>
          <p:cNvSpPr txBox="1"/>
          <p:nvPr/>
        </p:nvSpPr>
        <p:spPr>
          <a:xfrm>
            <a:off x="386080" y="20230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28" name="Text 5">
            <a:extLst>
              <a:ext uri="{FF2B5EF4-FFF2-40B4-BE49-F238E27FC236}">
                <a16:creationId xmlns:a16="http://schemas.microsoft.com/office/drawing/2014/main" id="{96AD3B6D-C38C-DF99-50F0-45EA37254FB0}"/>
              </a:ext>
            </a:extLst>
          </p:cNvPr>
          <p:cNvSpPr txBox="1"/>
          <p:nvPr/>
        </p:nvSpPr>
        <p:spPr>
          <a:xfrm>
            <a:off x="843280" y="206519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Crime_2020.csv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D450053F-285F-E918-B80B-D083D7E149CF}"/>
              </a:ext>
            </a:extLst>
          </p:cNvPr>
          <p:cNvSpPr txBox="1"/>
          <p:nvPr/>
        </p:nvSpPr>
        <p:spPr>
          <a:xfrm>
            <a:off x="2352040" y="2041813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A010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211,426 × 18</a:t>
            </a:r>
            <a:endParaRPr lang="en-US" sz="1200" dirty="0">
              <a:solidFill>
                <a:srgbClr val="7A0103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 7">
            <a:extLst>
              <a:ext uri="{FF2B5EF4-FFF2-40B4-BE49-F238E27FC236}">
                <a16:creationId xmlns:a16="http://schemas.microsoft.com/office/drawing/2014/main" id="{F713050A-D10A-B2ED-D40F-7FA6542B73D0}"/>
              </a:ext>
            </a:extLst>
          </p:cNvPr>
          <p:cNvSpPr txBox="1"/>
          <p:nvPr/>
        </p:nvSpPr>
        <p:spPr>
          <a:xfrm>
            <a:off x="843280" y="2309707"/>
            <a:ext cx="2544354" cy="3461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Incidents in 2020: date, type, location, arrest, domestic, beat, coordinates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4" name="Shape 2">
            <a:extLst>
              <a:ext uri="{FF2B5EF4-FFF2-40B4-BE49-F238E27FC236}">
                <a16:creationId xmlns:a16="http://schemas.microsoft.com/office/drawing/2014/main" id="{21AB8357-0AD5-008A-6F9B-C344FA9883F9}"/>
              </a:ext>
            </a:extLst>
          </p:cNvPr>
          <p:cNvSpPr/>
          <p:nvPr/>
        </p:nvSpPr>
        <p:spPr>
          <a:xfrm>
            <a:off x="294640" y="2923774"/>
            <a:ext cx="3676469" cy="858580"/>
          </a:xfrm>
          <a:prstGeom prst="roundRect">
            <a:avLst>
              <a:gd name="adj" fmla="val 1481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5" name="Shape 3">
            <a:extLst>
              <a:ext uri="{FF2B5EF4-FFF2-40B4-BE49-F238E27FC236}">
                <a16:creationId xmlns:a16="http://schemas.microsoft.com/office/drawing/2014/main" id="{3103CF95-BBC0-B788-BFA8-D97F7F6C93FF}"/>
              </a:ext>
            </a:extLst>
          </p:cNvPr>
          <p:cNvSpPr/>
          <p:nvPr/>
        </p:nvSpPr>
        <p:spPr>
          <a:xfrm>
            <a:off x="386080" y="3013365"/>
            <a:ext cx="347472" cy="3474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6" name="Text 4">
            <a:extLst>
              <a:ext uri="{FF2B5EF4-FFF2-40B4-BE49-F238E27FC236}">
                <a16:creationId xmlns:a16="http://schemas.microsoft.com/office/drawing/2014/main" id="{5380CA88-5AB2-D6A5-D9DE-D9AA50630B8D}"/>
              </a:ext>
            </a:extLst>
          </p:cNvPr>
          <p:cNvSpPr txBox="1"/>
          <p:nvPr/>
        </p:nvSpPr>
        <p:spPr>
          <a:xfrm>
            <a:off x="386080" y="300827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07" name="Text 5">
            <a:extLst>
              <a:ext uri="{FF2B5EF4-FFF2-40B4-BE49-F238E27FC236}">
                <a16:creationId xmlns:a16="http://schemas.microsoft.com/office/drawing/2014/main" id="{3730A2E6-1394-1259-B7C6-9C22A84B59CE}"/>
              </a:ext>
            </a:extLst>
          </p:cNvPr>
          <p:cNvSpPr txBox="1"/>
          <p:nvPr/>
        </p:nvSpPr>
        <p:spPr>
          <a:xfrm>
            <a:off x="843280" y="30504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Crime_2021.csv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08" name="Text 6">
            <a:extLst>
              <a:ext uri="{FF2B5EF4-FFF2-40B4-BE49-F238E27FC236}">
                <a16:creationId xmlns:a16="http://schemas.microsoft.com/office/drawing/2014/main" id="{C739B86E-61A9-FEE6-18A4-1C846E9C5D17}"/>
              </a:ext>
            </a:extLst>
          </p:cNvPr>
          <p:cNvSpPr txBox="1"/>
          <p:nvPr/>
        </p:nvSpPr>
        <p:spPr>
          <a:xfrm>
            <a:off x="2352040" y="3027059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A010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207,430 × 18</a:t>
            </a:r>
          </a:p>
        </p:txBody>
      </p:sp>
      <p:sp>
        <p:nvSpPr>
          <p:cNvPr id="109" name="Text 7">
            <a:extLst>
              <a:ext uri="{FF2B5EF4-FFF2-40B4-BE49-F238E27FC236}">
                <a16:creationId xmlns:a16="http://schemas.microsoft.com/office/drawing/2014/main" id="{D0C76768-9C14-248B-C9DB-822510B60E6B}"/>
              </a:ext>
            </a:extLst>
          </p:cNvPr>
          <p:cNvSpPr txBox="1"/>
          <p:nvPr/>
        </p:nvSpPr>
        <p:spPr>
          <a:xfrm>
            <a:off x="843280" y="3294953"/>
            <a:ext cx="2544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Incidents in 2021 (same columns)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0" name="Shape 2">
            <a:extLst>
              <a:ext uri="{FF2B5EF4-FFF2-40B4-BE49-F238E27FC236}">
                <a16:creationId xmlns:a16="http://schemas.microsoft.com/office/drawing/2014/main" id="{E428300C-9182-7EBC-758E-4018BD978F51}"/>
              </a:ext>
            </a:extLst>
          </p:cNvPr>
          <p:cNvSpPr/>
          <p:nvPr/>
        </p:nvSpPr>
        <p:spPr>
          <a:xfrm>
            <a:off x="294640" y="3882470"/>
            <a:ext cx="3676469" cy="858580"/>
          </a:xfrm>
          <a:prstGeom prst="roundRect">
            <a:avLst>
              <a:gd name="adj" fmla="val 1481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1" name="Shape 3">
            <a:extLst>
              <a:ext uri="{FF2B5EF4-FFF2-40B4-BE49-F238E27FC236}">
                <a16:creationId xmlns:a16="http://schemas.microsoft.com/office/drawing/2014/main" id="{76000E4B-EF49-4039-0C8B-38438F796785}"/>
              </a:ext>
            </a:extLst>
          </p:cNvPr>
          <p:cNvSpPr/>
          <p:nvPr/>
        </p:nvSpPr>
        <p:spPr>
          <a:xfrm>
            <a:off x="386080" y="3972061"/>
            <a:ext cx="347472" cy="3474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2" name="Text 4">
            <a:extLst>
              <a:ext uri="{FF2B5EF4-FFF2-40B4-BE49-F238E27FC236}">
                <a16:creationId xmlns:a16="http://schemas.microsoft.com/office/drawing/2014/main" id="{C1CD4ACB-DE33-5D78-F7C3-FBB9CBF7D1EF}"/>
              </a:ext>
            </a:extLst>
          </p:cNvPr>
          <p:cNvSpPr txBox="1"/>
          <p:nvPr/>
        </p:nvSpPr>
        <p:spPr>
          <a:xfrm>
            <a:off x="386080" y="396697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3" name="Text 5">
            <a:extLst>
              <a:ext uri="{FF2B5EF4-FFF2-40B4-BE49-F238E27FC236}">
                <a16:creationId xmlns:a16="http://schemas.microsoft.com/office/drawing/2014/main" id="{5985AAE1-D2B0-264A-142B-30F7E5353345}"/>
              </a:ext>
            </a:extLst>
          </p:cNvPr>
          <p:cNvSpPr txBox="1"/>
          <p:nvPr/>
        </p:nvSpPr>
        <p:spPr>
          <a:xfrm>
            <a:off x="843280" y="400913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Crime_2022.csv</a:t>
            </a:r>
            <a:endParaRPr lang="en-US" sz="12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114" name="Text 6">
            <a:extLst>
              <a:ext uri="{FF2B5EF4-FFF2-40B4-BE49-F238E27FC236}">
                <a16:creationId xmlns:a16="http://schemas.microsoft.com/office/drawing/2014/main" id="{80DF2624-92AA-8956-BDD0-EEE576859B40}"/>
              </a:ext>
            </a:extLst>
          </p:cNvPr>
          <p:cNvSpPr txBox="1"/>
          <p:nvPr/>
        </p:nvSpPr>
        <p:spPr>
          <a:xfrm>
            <a:off x="2352040" y="3985755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A010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220,550 × 18</a:t>
            </a:r>
          </a:p>
        </p:txBody>
      </p:sp>
      <p:sp>
        <p:nvSpPr>
          <p:cNvPr id="115" name="Text 7">
            <a:extLst>
              <a:ext uri="{FF2B5EF4-FFF2-40B4-BE49-F238E27FC236}">
                <a16:creationId xmlns:a16="http://schemas.microsoft.com/office/drawing/2014/main" id="{02BD80AE-CC68-6BDF-860D-E1666D618A7D}"/>
              </a:ext>
            </a:extLst>
          </p:cNvPr>
          <p:cNvSpPr txBox="1"/>
          <p:nvPr/>
        </p:nvSpPr>
        <p:spPr>
          <a:xfrm>
            <a:off x="843280" y="4253649"/>
            <a:ext cx="2544354" cy="469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Incidents from 1 Jan to 7 Dec 2022 (partial year)</a:t>
            </a:r>
          </a:p>
        </p:txBody>
      </p:sp>
      <p:sp>
        <p:nvSpPr>
          <p:cNvPr id="116" name="Shape 2">
            <a:extLst>
              <a:ext uri="{FF2B5EF4-FFF2-40B4-BE49-F238E27FC236}">
                <a16:creationId xmlns:a16="http://schemas.microsoft.com/office/drawing/2014/main" id="{FA6EA28C-3898-FC34-D874-E24DDCDC9A33}"/>
              </a:ext>
            </a:extLst>
          </p:cNvPr>
          <p:cNvSpPr/>
          <p:nvPr/>
        </p:nvSpPr>
        <p:spPr>
          <a:xfrm>
            <a:off x="294640" y="4870753"/>
            <a:ext cx="3676469" cy="858580"/>
          </a:xfrm>
          <a:prstGeom prst="roundRect">
            <a:avLst>
              <a:gd name="adj" fmla="val 1481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7" name="Shape 3">
            <a:extLst>
              <a:ext uri="{FF2B5EF4-FFF2-40B4-BE49-F238E27FC236}">
                <a16:creationId xmlns:a16="http://schemas.microsoft.com/office/drawing/2014/main" id="{A27DD508-2E7E-8C39-DE83-3616BD9A7393}"/>
              </a:ext>
            </a:extLst>
          </p:cNvPr>
          <p:cNvSpPr/>
          <p:nvPr/>
        </p:nvSpPr>
        <p:spPr>
          <a:xfrm>
            <a:off x="386080" y="4960344"/>
            <a:ext cx="347472" cy="3474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8" name="Text 4">
            <a:extLst>
              <a:ext uri="{FF2B5EF4-FFF2-40B4-BE49-F238E27FC236}">
                <a16:creationId xmlns:a16="http://schemas.microsoft.com/office/drawing/2014/main" id="{DF9DF56C-C5A6-237F-AB9C-E2E95422CE6B}"/>
              </a:ext>
            </a:extLst>
          </p:cNvPr>
          <p:cNvSpPr txBox="1"/>
          <p:nvPr/>
        </p:nvSpPr>
        <p:spPr>
          <a:xfrm>
            <a:off x="386080" y="4955253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19" name="Text 5">
            <a:extLst>
              <a:ext uri="{FF2B5EF4-FFF2-40B4-BE49-F238E27FC236}">
                <a16:creationId xmlns:a16="http://schemas.microsoft.com/office/drawing/2014/main" id="{D50415C2-9DF0-91B3-58AB-2BBBEE5A03A2}"/>
              </a:ext>
            </a:extLst>
          </p:cNvPr>
          <p:cNvSpPr txBox="1"/>
          <p:nvPr/>
        </p:nvSpPr>
        <p:spPr>
          <a:xfrm>
            <a:off x="843280" y="4997419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Crime_Types.csv</a:t>
            </a:r>
          </a:p>
        </p:txBody>
      </p:sp>
      <p:sp>
        <p:nvSpPr>
          <p:cNvPr id="120" name="Text 6">
            <a:extLst>
              <a:ext uri="{FF2B5EF4-FFF2-40B4-BE49-F238E27FC236}">
                <a16:creationId xmlns:a16="http://schemas.microsoft.com/office/drawing/2014/main" id="{85331BED-2BC4-28FA-0574-A3BE13903321}"/>
              </a:ext>
            </a:extLst>
          </p:cNvPr>
          <p:cNvSpPr txBox="1"/>
          <p:nvPr/>
        </p:nvSpPr>
        <p:spPr>
          <a:xfrm>
            <a:off x="2352040" y="497403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A010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473 × 5</a:t>
            </a:r>
          </a:p>
        </p:txBody>
      </p:sp>
      <p:sp>
        <p:nvSpPr>
          <p:cNvPr id="121" name="Text 7">
            <a:extLst>
              <a:ext uri="{FF2B5EF4-FFF2-40B4-BE49-F238E27FC236}">
                <a16:creationId xmlns:a16="http://schemas.microsoft.com/office/drawing/2014/main" id="{AB28D6C1-9AE3-36F7-C00C-730484ACB872}"/>
              </a:ext>
            </a:extLst>
          </p:cNvPr>
          <p:cNvSpPr txBox="1"/>
          <p:nvPr/>
        </p:nvSpPr>
        <p:spPr>
          <a:xfrm>
            <a:off x="843280" y="5241932"/>
            <a:ext cx="2544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Primary type, description, IUCR code and FBI code</a:t>
            </a:r>
          </a:p>
        </p:txBody>
      </p:sp>
      <p:sp>
        <p:nvSpPr>
          <p:cNvPr id="122" name="Shape 2">
            <a:extLst>
              <a:ext uri="{FF2B5EF4-FFF2-40B4-BE49-F238E27FC236}">
                <a16:creationId xmlns:a16="http://schemas.microsoft.com/office/drawing/2014/main" id="{F8319077-8CA7-5C76-509B-BB132392671F}"/>
              </a:ext>
            </a:extLst>
          </p:cNvPr>
          <p:cNvSpPr/>
          <p:nvPr/>
        </p:nvSpPr>
        <p:spPr>
          <a:xfrm>
            <a:off x="294640" y="5855999"/>
            <a:ext cx="3676469" cy="858580"/>
          </a:xfrm>
          <a:prstGeom prst="roundRect">
            <a:avLst>
              <a:gd name="adj" fmla="val 14815"/>
            </a:avLst>
          </a:prstGeom>
          <a:solidFill>
            <a:schemeClr val="accent2">
              <a:lumMod val="20000"/>
              <a:lumOff val="8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3" name="Shape 3">
            <a:extLst>
              <a:ext uri="{FF2B5EF4-FFF2-40B4-BE49-F238E27FC236}">
                <a16:creationId xmlns:a16="http://schemas.microsoft.com/office/drawing/2014/main" id="{0D22DA6E-10F3-048E-BF39-1752B89CAEF0}"/>
              </a:ext>
            </a:extLst>
          </p:cNvPr>
          <p:cNvSpPr/>
          <p:nvPr/>
        </p:nvSpPr>
        <p:spPr>
          <a:xfrm>
            <a:off x="386080" y="5945590"/>
            <a:ext cx="347472" cy="347472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noFill/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4" name="Text 4">
            <a:extLst>
              <a:ext uri="{FF2B5EF4-FFF2-40B4-BE49-F238E27FC236}">
                <a16:creationId xmlns:a16="http://schemas.microsoft.com/office/drawing/2014/main" id="{2A8C2300-DD0C-3B80-7990-1848B2E4C4A1}"/>
              </a:ext>
            </a:extLst>
          </p:cNvPr>
          <p:cNvSpPr txBox="1"/>
          <p:nvPr/>
        </p:nvSpPr>
        <p:spPr>
          <a:xfrm>
            <a:off x="386080" y="5940499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3294B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>
              <a:latin typeface="Aptos" panose="020B0004020202020204" pitchFamily="34" charset="0"/>
            </a:endParaRPr>
          </a:p>
        </p:txBody>
      </p:sp>
      <p:sp>
        <p:nvSpPr>
          <p:cNvPr id="125" name="Text 5">
            <a:extLst>
              <a:ext uri="{FF2B5EF4-FFF2-40B4-BE49-F238E27FC236}">
                <a16:creationId xmlns:a16="http://schemas.microsoft.com/office/drawing/2014/main" id="{20F5D56F-D881-BA26-E697-6B6AE395C166}"/>
              </a:ext>
            </a:extLst>
          </p:cNvPr>
          <p:cNvSpPr txBox="1"/>
          <p:nvPr/>
        </p:nvSpPr>
        <p:spPr>
          <a:xfrm>
            <a:off x="843280" y="5982665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Location_Types.csv</a:t>
            </a:r>
          </a:p>
        </p:txBody>
      </p:sp>
      <p:sp>
        <p:nvSpPr>
          <p:cNvPr id="126" name="Text 6">
            <a:extLst>
              <a:ext uri="{FF2B5EF4-FFF2-40B4-BE49-F238E27FC236}">
                <a16:creationId xmlns:a16="http://schemas.microsoft.com/office/drawing/2014/main" id="{09B22F34-B1F9-797C-BFEA-DF0EAFB6E06A}"/>
              </a:ext>
            </a:extLst>
          </p:cNvPr>
          <p:cNvSpPr txBox="1"/>
          <p:nvPr/>
        </p:nvSpPr>
        <p:spPr>
          <a:xfrm>
            <a:off x="2352040" y="595928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7A0103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177 IDs</a:t>
            </a:r>
          </a:p>
        </p:txBody>
      </p:sp>
      <p:sp>
        <p:nvSpPr>
          <p:cNvPr id="127" name="Text 7">
            <a:extLst>
              <a:ext uri="{FF2B5EF4-FFF2-40B4-BE49-F238E27FC236}">
                <a16:creationId xmlns:a16="http://schemas.microsoft.com/office/drawing/2014/main" id="{8DF5A60B-B1EB-90A5-C971-680BEE2281A2}"/>
              </a:ext>
            </a:extLst>
          </p:cNvPr>
          <p:cNvSpPr txBox="1"/>
          <p:nvPr/>
        </p:nvSpPr>
        <p:spPr>
          <a:xfrm>
            <a:off x="843280" y="6227178"/>
            <a:ext cx="25443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475"/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Location description (street, apartment, residence…)</a:t>
            </a:r>
          </a:p>
        </p:txBody>
      </p:sp>
      <p:sp>
        <p:nvSpPr>
          <p:cNvPr id="129" name="Shape 32">
            <a:extLst>
              <a:ext uri="{FF2B5EF4-FFF2-40B4-BE49-F238E27FC236}">
                <a16:creationId xmlns:a16="http://schemas.microsoft.com/office/drawing/2014/main" id="{EB1B2750-D02D-6D0D-ABC5-323283006453}"/>
              </a:ext>
            </a:extLst>
          </p:cNvPr>
          <p:cNvSpPr/>
          <p:nvPr/>
        </p:nvSpPr>
        <p:spPr>
          <a:xfrm>
            <a:off x="4358639" y="1877288"/>
            <a:ext cx="5571941" cy="4720151"/>
          </a:xfrm>
          <a:prstGeom prst="roundRect">
            <a:avLst>
              <a:gd name="adj" fmla="val 2581"/>
            </a:avLst>
          </a:prstGeom>
          <a:noFill/>
          <a:ln w="12700">
            <a:solidFill>
              <a:srgbClr val="7A0103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1" name="Text 33">
            <a:extLst>
              <a:ext uri="{FF2B5EF4-FFF2-40B4-BE49-F238E27FC236}">
                <a16:creationId xmlns:a16="http://schemas.microsoft.com/office/drawing/2014/main" id="{8ADDC082-DAC7-DE4B-1ABB-A4E16B2DBD7D}"/>
              </a:ext>
            </a:extLst>
          </p:cNvPr>
          <p:cNvSpPr txBox="1"/>
          <p:nvPr/>
        </p:nvSpPr>
        <p:spPr>
          <a:xfrm>
            <a:off x="4729480" y="225301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A0103"/>
                </a:solidFill>
                <a:latin typeface="Aptos" panose="020B0004020202020204" pitchFamily="34" charset="0"/>
                <a:ea typeface="Cambria" pitchFamily="34" charset="-122"/>
                <a:cs typeface="Cambria" pitchFamily="34" charset="-120"/>
              </a:rPr>
              <a:t>Data quality watch-outs</a:t>
            </a:r>
            <a:endParaRPr lang="en-US" sz="2000" dirty="0">
              <a:solidFill>
                <a:srgbClr val="7A0103"/>
              </a:solidFill>
              <a:latin typeface="Aptos" panose="020B0004020202020204" pitchFamily="34" charset="0"/>
            </a:endParaRPr>
          </a:p>
        </p:txBody>
      </p:sp>
      <p:sp>
        <p:nvSpPr>
          <p:cNvPr id="133" name="Text 34">
            <a:extLst>
              <a:ext uri="{FF2B5EF4-FFF2-40B4-BE49-F238E27FC236}">
                <a16:creationId xmlns:a16="http://schemas.microsoft.com/office/drawing/2014/main" id="{C1DA15E0-DD0B-423E-489C-351411C0A13F}"/>
              </a:ext>
            </a:extLst>
          </p:cNvPr>
          <p:cNvSpPr txBox="1"/>
          <p:nvPr/>
        </p:nvSpPr>
        <p:spPr>
          <a:xfrm>
            <a:off x="4729480" y="2729402"/>
            <a:ext cx="4681138" cy="31451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Location_Types is laid out sideways under a title row; transpose it, and one description is just "0"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IUCR codes need leading zeros kept (0281); "CRIM SEXUAL ASSAULT" and "CRIMINAL SEXUAL ASSAULT" are the same category renamed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10K incidents lack coordinates, 2 fall outside Chicago, and 26 sit in district 31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2022 stops at 7 Dec; compare years per day, not by raw totals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bg2">
                    <a:lumMod val="10000"/>
                  </a:schemeClr>
                </a:solidFill>
                <a:latin typeface="Aptos" panose="020B0004020202020204" pitchFamily="34" charset="0"/>
                <a:ea typeface="Calibri" pitchFamily="34" charset="-122"/>
                <a:cs typeface="Calibri" pitchFamily="34" charset="-120"/>
              </a:rPr>
              <a:t>Districts, wards and community areas are numbers only, with no names</a:t>
            </a:r>
            <a:endParaRPr lang="en-US" sz="1600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92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21231" y="1487485"/>
            <a:ext cx="2451248" cy="24622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sz="1600" b="1" dirty="0">
                <a:latin typeface="Aptos" panose="020B0004020202020204" pitchFamily="34" charset="0"/>
              </a:rPr>
              <a:t>Primary Dataset Summary</a:t>
            </a:r>
            <a:endParaRPr sz="1600" b="1" i="0" u="none" dirty="0">
              <a:solidFill>
                <a:srgbClr val="0F172A"/>
              </a:solidFill>
              <a:latin typeface="Aptos" panose="020B000402020202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3895" y="2095217"/>
            <a:ext cx="4049817" cy="1081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SG" sz="1200" dirty="0">
                <a:latin typeface="Aptos" panose="020B0004020202020204" pitchFamily="34" charset="0"/>
              </a:rPr>
              <a:t>The dataset originates from the Chicago Police Department’s </a:t>
            </a:r>
            <a:r>
              <a:rPr lang="en-SG" sz="1200" b="1" dirty="0">
                <a:latin typeface="Aptos" panose="020B0004020202020204" pitchFamily="34" charset="0"/>
              </a:rPr>
              <a:t>Citizen Law Enforcement Analysis and Reporting (CLEAR)</a:t>
            </a:r>
            <a:r>
              <a:rPr lang="en-SG" sz="1200" dirty="0">
                <a:latin typeface="Aptos" panose="020B0004020202020204" pitchFamily="34" charset="0"/>
              </a:rPr>
              <a:t> system, recording reported criminal incidents across Chicago from 2020 through 2022.</a:t>
            </a:r>
            <a:endParaRPr sz="1200" b="0" i="0" u="none" dirty="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80803" y="3720596"/>
            <a:ext cx="4200919" cy="1081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Aptos" panose="020B0004020202020204" pitchFamily="34" charset="0"/>
              </a:rPr>
              <a:t>Key attributes include </a:t>
            </a:r>
            <a:r>
              <a:rPr lang="en-US" sz="1200" b="1" dirty="0">
                <a:latin typeface="Aptos" panose="020B0004020202020204" pitchFamily="34" charset="0"/>
              </a:rPr>
              <a:t>temporal timestamps</a:t>
            </a:r>
            <a:r>
              <a:rPr lang="en-US" sz="1200" dirty="0">
                <a:latin typeface="Aptos" panose="020B0004020202020204" pitchFamily="34" charset="0"/>
              </a:rPr>
              <a:t> (Date, Hour, Month), </a:t>
            </a:r>
            <a:r>
              <a:rPr lang="en-US" sz="1200" b="1" dirty="0">
                <a:latin typeface="Aptos" panose="020B0004020202020204" pitchFamily="34" charset="0"/>
              </a:rPr>
              <a:t>spatial designations </a:t>
            </a:r>
            <a:r>
              <a:rPr lang="en-US" sz="1200" dirty="0">
                <a:latin typeface="Aptos" panose="020B0004020202020204" pitchFamily="34" charset="0"/>
              </a:rPr>
              <a:t>(Block, District, Ward, Beat, Coordinates), </a:t>
            </a:r>
            <a:r>
              <a:rPr lang="en-US" sz="1200" b="1" dirty="0">
                <a:latin typeface="Aptos" panose="020B0004020202020204" pitchFamily="34" charset="0"/>
              </a:rPr>
              <a:t>classification fields </a:t>
            </a:r>
            <a:r>
              <a:rPr lang="en-US" sz="1200" dirty="0">
                <a:latin typeface="Aptos" panose="020B0004020202020204" pitchFamily="34" charset="0"/>
              </a:rPr>
              <a:t>(Primary Type, Description, Location Description), and </a:t>
            </a:r>
            <a:r>
              <a:rPr lang="en-US" sz="1200" b="1" dirty="0">
                <a:latin typeface="Aptos" panose="020B0004020202020204" pitchFamily="34" charset="0"/>
              </a:rPr>
              <a:t>operational flags</a:t>
            </a:r>
            <a:r>
              <a:rPr lang="en-US" sz="1200" dirty="0">
                <a:latin typeface="Aptos" panose="020B0004020202020204" pitchFamily="34" charset="0"/>
              </a:rPr>
              <a:t> (Arrest, Domestic)</a:t>
            </a:r>
            <a:endParaRPr lang="en-US" sz="1200" dirty="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803" y="5356404"/>
            <a:ext cx="4072909" cy="10813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latin typeface="Aptos" panose="020B0004020202020204" pitchFamily="34" charset="0"/>
              </a:rPr>
              <a:t>The raw dataset contains </a:t>
            </a:r>
            <a:r>
              <a:rPr lang="en-US" sz="1200" b="1" dirty="0">
                <a:latin typeface="Aptos" panose="020B0004020202020204" pitchFamily="34" charset="0"/>
              </a:rPr>
              <a:t>639,406 records</a:t>
            </a:r>
            <a:r>
              <a:rPr lang="en-US" sz="1200" dirty="0">
                <a:latin typeface="Aptos" panose="020B0004020202020204" pitchFamily="34" charset="0"/>
              </a:rPr>
              <a:t>. After excluding 10,035 rows missing coordinates and 25 </a:t>
            </a:r>
            <a:r>
              <a:rPr lang="en-US" sz="1200" b="1" dirty="0">
                <a:latin typeface="Aptos" panose="020B0004020202020204" pitchFamily="34" charset="0"/>
              </a:rPr>
              <a:t>District 31 </a:t>
            </a:r>
            <a:r>
              <a:rPr lang="en-US" sz="1200" dirty="0">
                <a:latin typeface="Aptos" panose="020B0004020202020204" pitchFamily="34" charset="0"/>
              </a:rPr>
              <a:t>outlier rows, the final cleaned model contains 629,345 records across 22 operational police districts and 50 municipal wards.</a:t>
            </a:r>
            <a:endParaRPr sz="1200" b="0" i="0" u="none" dirty="0">
              <a:solidFill>
                <a:srgbClr val="475569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C9D69ED-7F80-4C65-A0CF-26D9ACBC37E4}"/>
              </a:ext>
            </a:extLst>
          </p:cNvPr>
          <p:cNvSpPr txBox="1"/>
          <p:nvPr/>
        </p:nvSpPr>
        <p:spPr>
          <a:xfrm>
            <a:off x="314960" y="742991"/>
            <a:ext cx="276518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Primary Dataset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CAB7F8F-E0BB-7903-3954-E7CBB27A7FF6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B4C381A-EBA6-25A0-C8B3-52A4E6C7C278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7B06DE9-FC20-AE54-6B92-8174C4C62C1F}"/>
              </a:ext>
            </a:extLst>
          </p:cNvPr>
          <p:cNvSpPr txBox="1"/>
          <p:nvPr/>
        </p:nvSpPr>
        <p:spPr>
          <a:xfrm>
            <a:off x="314960" y="233680"/>
            <a:ext cx="149502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DATA ARCHITECTURE</a:t>
            </a:r>
            <a:endParaRPr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67AFA18-05A5-FA80-F755-8DD7E981D942}"/>
              </a:ext>
            </a:extLst>
          </p:cNvPr>
          <p:cNvCxnSpPr>
            <a:cxnSpLocks/>
          </p:cNvCxnSpPr>
          <p:nvPr/>
        </p:nvCxnSpPr>
        <p:spPr>
          <a:xfrm>
            <a:off x="5108133" y="1373447"/>
            <a:ext cx="0" cy="5291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8E6E7F77-36BF-9A59-3095-EE95270D43D8}"/>
              </a:ext>
            </a:extLst>
          </p:cNvPr>
          <p:cNvSpPr txBox="1"/>
          <p:nvPr/>
        </p:nvSpPr>
        <p:spPr>
          <a:xfrm>
            <a:off x="7268023" y="1454232"/>
            <a:ext cx="2760692" cy="276999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b="1" dirty="0">
                <a:latin typeface="Aptos" panose="020B0004020202020204" pitchFamily="34" charset="0"/>
              </a:rPr>
              <a:t>Data Model / Star Schema 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17596023-36F8-A014-BF03-D91D4CB27D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6309" y="1990851"/>
            <a:ext cx="5604121" cy="4584059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D402EC6-B741-C464-A054-0B99426DC1A2}"/>
              </a:ext>
            </a:extLst>
          </p:cNvPr>
          <p:cNvCxnSpPr>
            <a:cxnSpLocks/>
          </p:cNvCxnSpPr>
          <p:nvPr/>
        </p:nvCxnSpPr>
        <p:spPr>
          <a:xfrm>
            <a:off x="5108133" y="1797252"/>
            <a:ext cx="66673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1C70AF9A-4311-7DEA-E192-DCC9B366A733}"/>
              </a:ext>
            </a:extLst>
          </p:cNvPr>
          <p:cNvGrpSpPr/>
          <p:nvPr/>
        </p:nvGrpSpPr>
        <p:grpSpPr>
          <a:xfrm>
            <a:off x="294638" y="1797635"/>
            <a:ext cx="4469371" cy="1541795"/>
            <a:chOff x="609600" y="1463608"/>
            <a:chExt cx="3505200" cy="2210480"/>
          </a:xfrm>
        </p:grpSpPr>
        <p:sp>
          <p:nvSpPr>
            <p:cNvPr id="4" name="Rounded Rectangle 1">
              <a:extLst>
                <a:ext uri="{FF2B5EF4-FFF2-40B4-BE49-F238E27FC236}">
                  <a16:creationId xmlns:a16="http://schemas.microsoft.com/office/drawing/2014/main" id="{AE26800B-E33F-7536-0C48-3CA3A1A21789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" name="Rectangle: Top Corners Rounded 4">
              <a:extLst>
                <a:ext uri="{FF2B5EF4-FFF2-40B4-BE49-F238E27FC236}">
                  <a16:creationId xmlns:a16="http://schemas.microsoft.com/office/drawing/2014/main" id="{1A041CE9-83E7-A2A6-E981-3229CA3EA953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EA9B842E-2ADD-97D0-D7CA-689447726919}"/>
              </a:ext>
            </a:extLst>
          </p:cNvPr>
          <p:cNvGrpSpPr/>
          <p:nvPr/>
        </p:nvGrpSpPr>
        <p:grpSpPr>
          <a:xfrm>
            <a:off x="294638" y="3438276"/>
            <a:ext cx="4469371" cy="1541795"/>
            <a:chOff x="609600" y="1463608"/>
            <a:chExt cx="3505200" cy="2210480"/>
          </a:xfrm>
        </p:grpSpPr>
        <p:sp>
          <p:nvSpPr>
            <p:cNvPr id="8" name="Rounded Rectangle 1">
              <a:extLst>
                <a:ext uri="{FF2B5EF4-FFF2-40B4-BE49-F238E27FC236}">
                  <a16:creationId xmlns:a16="http://schemas.microsoft.com/office/drawing/2014/main" id="{068AE97B-C836-1D15-1596-B90BD9F96ACC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9" name="Rectangle: Top Corners Rounded 8">
              <a:extLst>
                <a:ext uri="{FF2B5EF4-FFF2-40B4-BE49-F238E27FC236}">
                  <a16:creationId xmlns:a16="http://schemas.microsoft.com/office/drawing/2014/main" id="{674554EE-94D7-34CA-DCE8-EAF1DF6C0F70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AA249AA-8154-AD52-DA3C-4BD4A346BF7F}"/>
              </a:ext>
            </a:extLst>
          </p:cNvPr>
          <p:cNvGrpSpPr/>
          <p:nvPr/>
        </p:nvGrpSpPr>
        <p:grpSpPr>
          <a:xfrm>
            <a:off x="294638" y="5078917"/>
            <a:ext cx="4469371" cy="1541795"/>
            <a:chOff x="609600" y="1463608"/>
            <a:chExt cx="3505200" cy="2210480"/>
          </a:xfrm>
        </p:grpSpPr>
        <p:sp>
          <p:nvSpPr>
            <p:cNvPr id="17" name="Rounded Rectangle 1">
              <a:extLst>
                <a:ext uri="{FF2B5EF4-FFF2-40B4-BE49-F238E27FC236}">
                  <a16:creationId xmlns:a16="http://schemas.microsoft.com/office/drawing/2014/main" id="{B489D1E5-9BF0-853F-2B67-1DFC26898200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358D9947-3F3F-E6E1-A181-E4B4ED50897E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68913F-8BD3-E4B4-9B9B-E1D1B0A02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ABFF107-6B87-E4F6-B5BE-5A994D27EBFB}"/>
              </a:ext>
            </a:extLst>
          </p:cNvPr>
          <p:cNvSpPr txBox="1"/>
          <p:nvPr/>
        </p:nvSpPr>
        <p:spPr>
          <a:xfrm>
            <a:off x="314960" y="742991"/>
            <a:ext cx="4424288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Reference Table Cleaning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024F26-01A9-282F-E7EC-B76F3BA89462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D92D78F-F47A-59EF-5309-903F75CB95A5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7EA1B2BC-E294-81DF-1C40-EE0508B87C45}"/>
              </a:ext>
            </a:extLst>
          </p:cNvPr>
          <p:cNvGrpSpPr/>
          <p:nvPr/>
        </p:nvGrpSpPr>
        <p:grpSpPr>
          <a:xfrm>
            <a:off x="325120" y="1587667"/>
            <a:ext cx="3424400" cy="4527342"/>
            <a:chOff x="436880" y="1472012"/>
            <a:chExt cx="3424400" cy="4527342"/>
          </a:xfrm>
        </p:grpSpPr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5246FEDC-356B-D690-2F6D-3DFABBEA03E8}"/>
                </a:ext>
              </a:extLst>
            </p:cNvPr>
            <p:cNvSpPr/>
            <p:nvPr/>
          </p:nvSpPr>
          <p:spPr>
            <a:xfrm>
              <a:off x="436880" y="1472012"/>
              <a:ext cx="1916275" cy="592315"/>
            </a:xfrm>
            <a:prstGeom prst="round2SameRect">
              <a:avLst/>
            </a:prstGeom>
            <a:solidFill>
              <a:srgbClr val="EBB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B34F7D8-6566-1F40-AEC5-8754DBFE99E6}"/>
                </a:ext>
              </a:extLst>
            </p:cNvPr>
            <p:cNvSpPr/>
            <p:nvPr/>
          </p:nvSpPr>
          <p:spPr>
            <a:xfrm>
              <a:off x="436880" y="1798322"/>
              <a:ext cx="3424400" cy="4201032"/>
            </a:xfrm>
            <a:prstGeom prst="rect">
              <a:avLst/>
            </a:prstGeom>
            <a:solidFill>
              <a:srgbClr val="EBB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D04FFC9F-1E09-2939-F151-0731D96D6322}"/>
              </a:ext>
            </a:extLst>
          </p:cNvPr>
          <p:cNvSpPr/>
          <p:nvPr/>
        </p:nvSpPr>
        <p:spPr>
          <a:xfrm>
            <a:off x="497840" y="2179982"/>
            <a:ext cx="3093098" cy="3801214"/>
          </a:xfrm>
          <a:prstGeom prst="rect">
            <a:avLst/>
          </a:prstGeom>
          <a:solidFill>
            <a:srgbClr val="F7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632A6CE-F180-FE7B-345A-7BB23BF3829E}"/>
              </a:ext>
            </a:extLst>
          </p:cNvPr>
          <p:cNvSpPr txBox="1"/>
          <p:nvPr/>
        </p:nvSpPr>
        <p:spPr>
          <a:xfrm>
            <a:off x="522093" y="2296271"/>
            <a:ext cx="3012844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Empty Rows &amp; Structure:</a:t>
            </a:r>
            <a:r>
              <a:rPr lang="en-SG" sz="1200" dirty="0">
                <a:latin typeface="Aptos" panose="020B0004020202020204" pitchFamily="34" charset="0"/>
              </a:rPr>
              <a:t> Filtered out empty rows; transposed structural layout from horizontal matrix to vertical tabular format.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Header &amp; Case Normalization:</a:t>
            </a:r>
            <a:r>
              <a:rPr lang="en-SG" sz="1200" dirty="0">
                <a:latin typeface="Aptos" panose="020B0004020202020204" pitchFamily="34" charset="0"/>
              </a:rPr>
              <a:t> Promoted first row to headers; applied Capitalized Each Word transformation across all text columns.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Null/Garbage Removal:</a:t>
            </a:r>
            <a:r>
              <a:rPr lang="en-SG" sz="1200" dirty="0">
                <a:latin typeface="Aptos" panose="020B0004020202020204" pitchFamily="34" charset="0"/>
              </a:rPr>
              <a:t> Removed 3 rows containing explicit Null values and unclassifiable Other entries.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Delimiter &amp; Spacing Standardization:</a:t>
            </a:r>
            <a:r>
              <a:rPr lang="en-SG" sz="1200" dirty="0">
                <a:latin typeface="Aptos" panose="020B0004020202020204" pitchFamily="34" charset="0"/>
              </a:rPr>
              <a:t> Standardized all slashes (/) and dashes (-) to ensure uniform spacing before and after delimiters (e.g., changing Parking Lot/Garage to Parking Lot / Garage).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3CCC03-C379-3254-4E50-82D9A3F79243}"/>
              </a:ext>
            </a:extLst>
          </p:cNvPr>
          <p:cNvSpPr txBox="1"/>
          <p:nvPr/>
        </p:nvSpPr>
        <p:spPr>
          <a:xfrm>
            <a:off x="462280" y="1627710"/>
            <a:ext cx="16653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location_type.csv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13A52BA2-8563-6826-6B5A-0496A0D28CF0}"/>
              </a:ext>
            </a:extLst>
          </p:cNvPr>
          <p:cNvGrpSpPr/>
          <p:nvPr/>
        </p:nvGrpSpPr>
        <p:grpSpPr>
          <a:xfrm>
            <a:off x="3922240" y="1587667"/>
            <a:ext cx="3424400" cy="4527342"/>
            <a:chOff x="436880" y="1472012"/>
            <a:chExt cx="3424400" cy="4393529"/>
          </a:xfrm>
        </p:grpSpPr>
        <p:sp>
          <p:nvSpPr>
            <p:cNvPr id="37" name="Rectangle: Top Corners Rounded 36">
              <a:extLst>
                <a:ext uri="{FF2B5EF4-FFF2-40B4-BE49-F238E27FC236}">
                  <a16:creationId xmlns:a16="http://schemas.microsoft.com/office/drawing/2014/main" id="{736421F6-C32B-B679-4DE9-4C6DB2A03878}"/>
                </a:ext>
              </a:extLst>
            </p:cNvPr>
            <p:cNvSpPr/>
            <p:nvPr/>
          </p:nvSpPr>
          <p:spPr>
            <a:xfrm>
              <a:off x="436880" y="1472012"/>
              <a:ext cx="2255520" cy="592315"/>
            </a:xfrm>
            <a:prstGeom prst="round2SameRect">
              <a:avLst/>
            </a:prstGeom>
            <a:solidFill>
              <a:srgbClr val="EBB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832BFD97-2055-92AB-FCF7-49CF977035F2}"/>
                </a:ext>
              </a:extLst>
            </p:cNvPr>
            <p:cNvSpPr/>
            <p:nvPr/>
          </p:nvSpPr>
          <p:spPr>
            <a:xfrm>
              <a:off x="436880" y="1798322"/>
              <a:ext cx="3424400" cy="4067219"/>
            </a:xfrm>
            <a:prstGeom prst="rect">
              <a:avLst/>
            </a:prstGeom>
            <a:solidFill>
              <a:srgbClr val="EBB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5AF0B246-18DB-48B4-7C72-7E5522A2D389}"/>
              </a:ext>
            </a:extLst>
          </p:cNvPr>
          <p:cNvSpPr/>
          <p:nvPr/>
        </p:nvSpPr>
        <p:spPr>
          <a:xfrm>
            <a:off x="4094960" y="2179982"/>
            <a:ext cx="3093098" cy="3663839"/>
          </a:xfrm>
          <a:prstGeom prst="rect">
            <a:avLst/>
          </a:prstGeom>
          <a:solidFill>
            <a:srgbClr val="F7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95C2836-90DE-9A71-97B0-310673F41F29}"/>
              </a:ext>
            </a:extLst>
          </p:cNvPr>
          <p:cNvSpPr txBox="1"/>
          <p:nvPr/>
        </p:nvSpPr>
        <p:spPr>
          <a:xfrm>
            <a:off x="4059400" y="1627710"/>
            <a:ext cx="16455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crimes_types.csv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339DB11-488C-F423-1D6A-F2F5C3CBF224}"/>
              </a:ext>
            </a:extLst>
          </p:cNvPr>
          <p:cNvSpPr txBox="1"/>
          <p:nvPr/>
        </p:nvSpPr>
        <p:spPr>
          <a:xfrm>
            <a:off x="4130030" y="2296271"/>
            <a:ext cx="284096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Capitalization:</a:t>
            </a:r>
            <a:r>
              <a:rPr lang="en-SG" sz="1200" dirty="0">
                <a:latin typeface="Aptos" panose="020B0004020202020204" pitchFamily="34" charset="0"/>
              </a:rPr>
              <a:t> Converted Primary Type and Description text fields from uppercase to Sentence/Capitalized casing for clean visualization labels.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Separator Normalization:</a:t>
            </a:r>
            <a:r>
              <a:rPr lang="en-SG" sz="1200" dirty="0">
                <a:latin typeface="Aptos" panose="020B0004020202020204" pitchFamily="34" charset="0"/>
              </a:rPr>
              <a:t> Replaced hyphen separators (-) with colons (:).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Spacing Rules:</a:t>
            </a:r>
            <a:r>
              <a:rPr lang="en-SG" sz="1200" dirty="0">
                <a:latin typeface="Aptos" panose="020B0004020202020204" pitchFamily="34" charset="0"/>
              </a:rPr>
              <a:t> Enforced standard spacing surrounding all colons (e.g., transforming THEFT - OVER $500 to Theft : Over $500)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7F2FC2-AFF6-04C2-D8B9-97012DE21170}"/>
              </a:ext>
            </a:extLst>
          </p:cNvPr>
          <p:cNvSpPr txBox="1"/>
          <p:nvPr/>
        </p:nvSpPr>
        <p:spPr>
          <a:xfrm>
            <a:off x="314960" y="233680"/>
            <a:ext cx="181267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DATA ENGINEERING &amp; ETL</a:t>
            </a:r>
            <a:endParaRPr lang="en-SG"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8965A98-B975-71F5-4E9A-6EF4BBE17CB4}"/>
              </a:ext>
            </a:extLst>
          </p:cNvPr>
          <p:cNvCxnSpPr>
            <a:cxnSpLocks/>
          </p:cNvCxnSpPr>
          <p:nvPr/>
        </p:nvCxnSpPr>
        <p:spPr>
          <a:xfrm>
            <a:off x="7536268" y="1369844"/>
            <a:ext cx="0" cy="5291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18C3FB5-678E-C674-4D0D-C83BD175AE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7449" y="3268241"/>
            <a:ext cx="2833907" cy="29413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88B96F6-6544-6990-24E9-02F9938021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3482"/>
          <a:stretch>
            <a:fillRect/>
          </a:stretch>
        </p:blipFill>
        <p:spPr>
          <a:xfrm>
            <a:off x="7725897" y="1490282"/>
            <a:ext cx="4049543" cy="1547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322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04E88-FDEA-16B4-62CF-3E7DD72AC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A2EAD691-6F39-6190-5CFF-D967E6D9EA76}"/>
              </a:ext>
            </a:extLst>
          </p:cNvPr>
          <p:cNvGrpSpPr/>
          <p:nvPr/>
        </p:nvGrpSpPr>
        <p:grpSpPr>
          <a:xfrm>
            <a:off x="325119" y="1589458"/>
            <a:ext cx="3488597" cy="5030386"/>
            <a:chOff x="436879" y="1472012"/>
            <a:chExt cx="3488597" cy="5030386"/>
          </a:xfrm>
        </p:grpSpPr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8F524978-8263-5666-6703-C0B6C3FD6EE2}"/>
                </a:ext>
              </a:extLst>
            </p:cNvPr>
            <p:cNvSpPr/>
            <p:nvPr/>
          </p:nvSpPr>
          <p:spPr>
            <a:xfrm>
              <a:off x="436879" y="1472012"/>
              <a:ext cx="2206208" cy="592315"/>
            </a:xfrm>
            <a:prstGeom prst="round2SameRect">
              <a:avLst/>
            </a:prstGeom>
            <a:solidFill>
              <a:srgbClr val="EBB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5ACEE00C-8940-523E-7EB4-B4760F4C57FF}"/>
                </a:ext>
              </a:extLst>
            </p:cNvPr>
            <p:cNvSpPr/>
            <p:nvPr/>
          </p:nvSpPr>
          <p:spPr>
            <a:xfrm>
              <a:off x="436880" y="1798322"/>
              <a:ext cx="3488596" cy="4704076"/>
            </a:xfrm>
            <a:prstGeom prst="rect">
              <a:avLst/>
            </a:prstGeom>
            <a:solidFill>
              <a:srgbClr val="EBBC9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4D6CF68-82E2-7E0D-E3FA-8EF3211D4ACA}"/>
              </a:ext>
            </a:extLst>
          </p:cNvPr>
          <p:cNvSpPr txBox="1"/>
          <p:nvPr/>
        </p:nvSpPr>
        <p:spPr>
          <a:xfrm>
            <a:off x="5782874" y="4774804"/>
            <a:ext cx="4713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b="1" dirty="0">
                <a:latin typeface="Aptos" panose="020B0004020202020204" pitchFamily="34" charset="0"/>
              </a:rPr>
              <a:t>Daily Rate DAX Equation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CCD2AE-0BF8-DCB1-2FF4-96E7E4376F64}"/>
              </a:ext>
            </a:extLst>
          </p:cNvPr>
          <p:cNvSpPr txBox="1"/>
          <p:nvPr/>
        </p:nvSpPr>
        <p:spPr>
          <a:xfrm>
            <a:off x="314960" y="742991"/>
            <a:ext cx="387125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Fact Table Refinement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46C0E56-0101-69F1-5BC7-4AA01A1FC932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AFE5544-C1C2-06F8-BD00-BB19112B12E7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C006313-89C2-3D08-8CAC-5E3E7F93C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962" y="5404650"/>
            <a:ext cx="3794519" cy="1050789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A0CA6B-6475-2C0C-69E0-3A94ECC8B125}"/>
              </a:ext>
            </a:extLst>
          </p:cNvPr>
          <p:cNvCxnSpPr>
            <a:cxnSpLocks/>
          </p:cNvCxnSpPr>
          <p:nvPr/>
        </p:nvCxnSpPr>
        <p:spPr>
          <a:xfrm>
            <a:off x="4447381" y="1369844"/>
            <a:ext cx="0" cy="529151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5AD0E24-8CA9-E69E-ADF2-E927DBCBB03A}"/>
              </a:ext>
            </a:extLst>
          </p:cNvPr>
          <p:cNvSpPr/>
          <p:nvPr/>
        </p:nvSpPr>
        <p:spPr>
          <a:xfrm>
            <a:off x="497840" y="2181773"/>
            <a:ext cx="3137458" cy="4273666"/>
          </a:xfrm>
          <a:prstGeom prst="rect">
            <a:avLst/>
          </a:prstGeom>
          <a:solidFill>
            <a:srgbClr val="F7E4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36F06E-0EE4-AAB3-5C0B-69B99C948367}"/>
              </a:ext>
            </a:extLst>
          </p:cNvPr>
          <p:cNvSpPr txBox="1"/>
          <p:nvPr/>
        </p:nvSpPr>
        <p:spPr>
          <a:xfrm>
            <a:off x="497841" y="2277557"/>
            <a:ext cx="3137457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Column Pruning:</a:t>
            </a:r>
            <a:r>
              <a:rPr lang="en-SG" sz="1200" dirty="0">
                <a:latin typeface="Aptos" panose="020B0004020202020204" pitchFamily="34" charset="0"/>
              </a:rPr>
              <a:t> Removed redundant Location </a:t>
            </a:r>
            <a:br>
              <a:rPr lang="en-SG" sz="1200" dirty="0">
                <a:latin typeface="Aptos" panose="020B0004020202020204" pitchFamily="34" charset="0"/>
              </a:rPr>
            </a:br>
            <a:r>
              <a:rPr lang="en-SG" sz="1200" dirty="0">
                <a:latin typeface="Aptos" panose="020B0004020202020204" pitchFamily="34" charset="0"/>
              </a:rPr>
              <a:t>(raw </a:t>
            </a:r>
            <a:r>
              <a:rPr lang="en-SG" sz="1200" dirty="0" err="1">
                <a:latin typeface="Aptos" panose="020B0004020202020204" pitchFamily="34" charset="0"/>
              </a:rPr>
              <a:t>lat</a:t>
            </a:r>
            <a:r>
              <a:rPr lang="en-SG" sz="1200" dirty="0">
                <a:latin typeface="Aptos" panose="020B0004020202020204" pitchFamily="34" charset="0"/>
              </a:rPr>
              <a:t>/long tuple string) and system metadata column Updated On to reduce file footprint and optimize DAX storage.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Table Renaming:</a:t>
            </a:r>
            <a:r>
              <a:rPr lang="en-SG" sz="1200" dirty="0">
                <a:latin typeface="Aptos" panose="020B0004020202020204" pitchFamily="34" charset="0"/>
              </a:rPr>
              <a:t> Appended multi-year CSV files and renamed the unified query to </a:t>
            </a:r>
            <a:r>
              <a:rPr lang="en-SG" sz="1200" b="1" dirty="0">
                <a:latin typeface="Aptos" panose="020B0004020202020204" pitchFamily="34" charset="0"/>
              </a:rPr>
              <a:t>Incidents</a:t>
            </a:r>
            <a:r>
              <a:rPr lang="en-SG" sz="1200" dirty="0">
                <a:latin typeface="Aptos" panose="020B0004020202020204" pitchFamily="34" charset="0"/>
              </a:rPr>
              <a:t>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Null Record Handling:</a:t>
            </a:r>
            <a:r>
              <a:rPr lang="en-SG" sz="1200" dirty="0">
                <a:latin typeface="Aptos" panose="020B0004020202020204" pitchFamily="34" charset="0"/>
              </a:rPr>
              <a:t> Excluded </a:t>
            </a:r>
            <a:r>
              <a:rPr lang="en-SG" sz="1200" b="1" dirty="0">
                <a:latin typeface="Aptos" panose="020B0004020202020204" pitchFamily="34" charset="0"/>
              </a:rPr>
              <a:t>10,035 null rows</a:t>
            </a:r>
            <a:r>
              <a:rPr lang="en-SG" sz="1200" dirty="0">
                <a:latin typeface="Aptos" panose="020B0004020202020204" pitchFamily="34" charset="0"/>
              </a:rPr>
              <a:t> missing critical spatial/temporal attributes.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Locale &amp; Datatype Fixes:</a:t>
            </a:r>
            <a:r>
              <a:rPr lang="en-SG" sz="1200" dirty="0">
                <a:latin typeface="Aptos" panose="020B0004020202020204" pitchFamily="34" charset="0"/>
              </a:rPr>
              <a:t> Converted Date/Time text strings into standard US Date/Time format (MM/DD/YYYY HH:MM:SS AM/PM).</a:t>
            </a:r>
          </a:p>
          <a:p>
            <a:pPr marL="285750" lvl="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200" b="1" dirty="0">
                <a:latin typeface="Aptos" panose="020B0004020202020204" pitchFamily="34" charset="0"/>
              </a:rPr>
              <a:t>Outlier Removal:</a:t>
            </a:r>
            <a:r>
              <a:rPr lang="en-SG" sz="1200" dirty="0">
                <a:latin typeface="Aptos" panose="020B0004020202020204" pitchFamily="34" charset="0"/>
              </a:rPr>
              <a:t> Identified and dropped </a:t>
            </a:r>
            <a:r>
              <a:rPr lang="en-SG" sz="1200" b="1" dirty="0">
                <a:latin typeface="Aptos" panose="020B0004020202020204" pitchFamily="34" charset="0"/>
              </a:rPr>
              <a:t>25 erroneous rows</a:t>
            </a:r>
            <a:r>
              <a:rPr lang="en-SG" sz="1200" dirty="0">
                <a:latin typeface="Aptos" panose="020B0004020202020204" pitchFamily="34" charset="0"/>
              </a:rPr>
              <a:t> assigned to </a:t>
            </a:r>
            <a:r>
              <a:rPr lang="en-SG" sz="1200" b="1" dirty="0">
                <a:latin typeface="Aptos" panose="020B0004020202020204" pitchFamily="34" charset="0"/>
              </a:rPr>
              <a:t>District 31</a:t>
            </a:r>
            <a:r>
              <a:rPr lang="en-SG" sz="1200" dirty="0">
                <a:latin typeface="Aptos" panose="020B0004020202020204" pitchFamily="34" charset="0"/>
              </a:rPr>
              <a:t> (a non-existent CPD district).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76AB5BFD-2BA2-6012-33D5-597543C43BAA}"/>
              </a:ext>
            </a:extLst>
          </p:cNvPr>
          <p:cNvCxnSpPr>
            <a:cxnSpLocks/>
          </p:cNvCxnSpPr>
          <p:nvPr/>
        </p:nvCxnSpPr>
        <p:spPr>
          <a:xfrm>
            <a:off x="4503710" y="5165202"/>
            <a:ext cx="72717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5268C4C-D0C3-F8EA-5FF5-0D632DCC4433}"/>
              </a:ext>
            </a:extLst>
          </p:cNvPr>
          <p:cNvSpPr txBox="1"/>
          <p:nvPr/>
        </p:nvSpPr>
        <p:spPr>
          <a:xfrm>
            <a:off x="314960" y="233680"/>
            <a:ext cx="181267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DATA ENGINEERING &amp; ETL</a:t>
            </a:r>
            <a:endParaRPr lang="en-SG"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34C55A6-4F6D-C576-C997-57A762F00186}"/>
              </a:ext>
            </a:extLst>
          </p:cNvPr>
          <p:cNvSpPr txBox="1"/>
          <p:nvPr/>
        </p:nvSpPr>
        <p:spPr>
          <a:xfrm>
            <a:off x="386106" y="1632177"/>
            <a:ext cx="21452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Crimes 2020 - 2022.csv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FF0B0022-A594-5BFE-104D-6B0B8EDE90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8018" y="1481737"/>
            <a:ext cx="7057876" cy="3018908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7D81D69-23E6-8DF8-34B0-642BE7632437}"/>
              </a:ext>
            </a:extLst>
          </p:cNvPr>
          <p:cNvCxnSpPr>
            <a:cxnSpLocks/>
          </p:cNvCxnSpPr>
          <p:nvPr/>
        </p:nvCxnSpPr>
        <p:spPr>
          <a:xfrm>
            <a:off x="4503710" y="4637724"/>
            <a:ext cx="727173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9178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4C44E-C8C3-5DC0-095B-4C14508D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3">
            <a:extLst>
              <a:ext uri="{FF2B5EF4-FFF2-40B4-BE49-F238E27FC236}">
                <a16:creationId xmlns:a16="http://schemas.microsoft.com/office/drawing/2014/main" id="{212085EB-91E9-AF4F-D252-0005A08AD720}"/>
              </a:ext>
            </a:extLst>
          </p:cNvPr>
          <p:cNvSpPr txBox="1"/>
          <p:nvPr/>
        </p:nvSpPr>
        <p:spPr>
          <a:xfrm>
            <a:off x="500910" y="1619757"/>
            <a:ext cx="5447606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SG" b="1" dirty="0">
                <a:latin typeface="Aptos" panose="020B0004020202020204" pitchFamily="34" charset="0"/>
              </a:rPr>
              <a:t>Objective</a:t>
            </a:r>
            <a:endParaRPr i="0" u="none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0CD0E0E-6563-7435-EA28-D7CA94774AF7}"/>
              </a:ext>
            </a:extLst>
          </p:cNvPr>
          <p:cNvSpPr txBox="1"/>
          <p:nvPr/>
        </p:nvSpPr>
        <p:spPr>
          <a:xfrm>
            <a:off x="6791644" y="2525970"/>
            <a:ext cx="4607153" cy="375487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SG" sz="1400" b="1" dirty="0">
                <a:latin typeface="Aptos Mono" panose="020B0009020202020204" pitchFamily="49" charset="0"/>
              </a:rPr>
              <a:t>Standardize variant type on </a:t>
            </a:r>
            <a:r>
              <a:rPr lang="en-SG" sz="1400" b="1" dirty="0" err="1">
                <a:latin typeface="Aptos Mono" panose="020B0009020202020204" pitchFamily="49" charset="0"/>
              </a:rPr>
              <a:t>Crime_Types</a:t>
            </a:r>
            <a:r>
              <a:rPr lang="en-SG" sz="1400" b="1" dirty="0">
                <a:latin typeface="Aptos Mono" panose="020B0009020202020204" pitchFamily="49" charset="0"/>
              </a:rPr>
              <a:t> Description: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Agg., Agg → </a:t>
            </a:r>
            <a:r>
              <a:rPr lang="en-SG" sz="1400" b="1" dirty="0">
                <a:latin typeface="Aptos Mono" panose="020B0009020202020204" pitchFamily="49" charset="0"/>
              </a:rPr>
              <a:t>Agg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Po, P.O. → </a:t>
            </a:r>
            <a:r>
              <a:rPr lang="en-SG" sz="1400" b="1" dirty="0">
                <a:latin typeface="Aptos Mono" panose="020B0009020202020204" pitchFamily="49" charset="0"/>
              </a:rPr>
              <a:t>Police Officer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 err="1">
                <a:latin typeface="Aptos Mono" panose="020B0009020202020204" pitchFamily="49" charset="0"/>
              </a:rPr>
              <a:t>Pro.Emp</a:t>
            </a:r>
            <a:r>
              <a:rPr lang="en-SG" sz="1400" dirty="0">
                <a:latin typeface="Aptos Mono" panose="020B0009020202020204" pitchFamily="49" charset="0"/>
              </a:rPr>
              <a:t>, Pro Emp → </a:t>
            </a:r>
            <a:r>
              <a:rPr lang="en-SG" sz="1400" b="1" dirty="0">
                <a:latin typeface="Aptos Mono" panose="020B0009020202020204" pitchFamily="49" charset="0"/>
              </a:rPr>
              <a:t>Protected Employee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Sex </a:t>
            </a:r>
            <a:r>
              <a:rPr lang="en-SG" sz="1400" dirty="0" err="1">
                <a:latin typeface="Aptos Mono" panose="020B0009020202020204" pitchFamily="49" charset="0"/>
              </a:rPr>
              <a:t>Asslt</a:t>
            </a:r>
            <a:r>
              <a:rPr lang="en-SG" sz="1400" dirty="0">
                <a:latin typeface="Aptos Mono" panose="020B0009020202020204" pitchFamily="49" charset="0"/>
              </a:rPr>
              <a:t> → </a:t>
            </a:r>
            <a:r>
              <a:rPr lang="en-SG" sz="1400" b="1" dirty="0">
                <a:latin typeface="Aptos Mono" panose="020B0009020202020204" pitchFamily="49" charset="0"/>
              </a:rPr>
              <a:t>Sexual Assault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Fam </a:t>
            </a:r>
            <a:r>
              <a:rPr lang="en-SG" sz="1400" dirty="0" err="1">
                <a:latin typeface="Aptos Mono" panose="020B0009020202020204" pitchFamily="49" charset="0"/>
              </a:rPr>
              <a:t>Mbr</a:t>
            </a:r>
            <a:r>
              <a:rPr lang="en-SG" sz="1400" dirty="0">
                <a:latin typeface="Aptos Mono" panose="020B0009020202020204" pitchFamily="49" charset="0"/>
              </a:rPr>
              <a:t> → </a:t>
            </a:r>
            <a:r>
              <a:rPr lang="en-SG" sz="1400" b="1" dirty="0">
                <a:latin typeface="Aptos Mono" panose="020B0009020202020204" pitchFamily="49" charset="0"/>
              </a:rPr>
              <a:t>Family Member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Attn → </a:t>
            </a:r>
            <a:r>
              <a:rPr lang="en-SG" sz="1400" b="1" dirty="0">
                <a:latin typeface="Aptos Mono" panose="020B0009020202020204" pitchFamily="49" charset="0"/>
              </a:rPr>
              <a:t>Attempt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Cut </a:t>
            </a:r>
            <a:r>
              <a:rPr lang="en-SG" sz="1400" dirty="0" err="1">
                <a:latin typeface="Aptos Mono" panose="020B0009020202020204" pitchFamily="49" charset="0"/>
              </a:rPr>
              <a:t>Instr</a:t>
            </a:r>
            <a:r>
              <a:rPr lang="en-SG" sz="1400" dirty="0">
                <a:latin typeface="Aptos Mono" panose="020B0009020202020204" pitchFamily="49" charset="0"/>
              </a:rPr>
              <a:t> → </a:t>
            </a:r>
            <a:r>
              <a:rPr lang="en-SG" sz="1400" b="1" dirty="0">
                <a:latin typeface="Aptos Mono" panose="020B0009020202020204" pitchFamily="49" charset="0"/>
              </a:rPr>
              <a:t>Cutting Instrument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W- → </a:t>
            </a:r>
            <a:r>
              <a:rPr lang="en-SG" sz="1400" b="1" dirty="0">
                <a:latin typeface="Aptos Mono" panose="020B0009020202020204" pitchFamily="49" charset="0"/>
              </a:rPr>
              <a:t>With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Manu → </a:t>
            </a:r>
            <a:r>
              <a:rPr lang="en-SG" sz="1400" b="1" dirty="0">
                <a:latin typeface="Aptos Mono" panose="020B0009020202020204" pitchFamily="49" charset="0"/>
              </a:rPr>
              <a:t>Manufacture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Poss, Possess → </a:t>
            </a:r>
            <a:r>
              <a:rPr lang="en-SG" sz="1400" b="1" dirty="0">
                <a:latin typeface="Aptos Mono" panose="020B0009020202020204" pitchFamily="49" charset="0"/>
              </a:rPr>
              <a:t>Possession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Prop → </a:t>
            </a:r>
            <a:r>
              <a:rPr lang="en-SG" sz="1400" b="1" dirty="0">
                <a:latin typeface="Aptos Mono" panose="020B0009020202020204" pitchFamily="49" charset="0"/>
              </a:rPr>
              <a:t>Property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Sup → </a:t>
            </a:r>
            <a:r>
              <a:rPr lang="en-SG" sz="1400" b="1" dirty="0">
                <a:latin typeface="Aptos Mono" panose="020B0009020202020204" pitchFamily="49" charset="0"/>
              </a:rPr>
              <a:t>Supported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Veh → </a:t>
            </a:r>
            <a:r>
              <a:rPr lang="en-SG" sz="1400" b="1" dirty="0">
                <a:latin typeface="Aptos Mono" panose="020B0009020202020204" pitchFamily="49" charset="0"/>
              </a:rPr>
              <a:t>Vehicle</a:t>
            </a:r>
            <a:endParaRPr lang="en-SG" sz="1400" dirty="0">
              <a:latin typeface="Aptos Mono" panose="020B0009020202020204" pitchFamily="49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SG" sz="1400" dirty="0">
                <a:latin typeface="Aptos Mono" panose="020B0009020202020204" pitchFamily="49" charset="0"/>
              </a:rPr>
              <a:t>Vio, Violate → </a:t>
            </a:r>
            <a:r>
              <a:rPr lang="en-SG" sz="1400" b="1" dirty="0">
                <a:latin typeface="Aptos Mono" panose="020B0009020202020204" pitchFamily="49" charset="0"/>
              </a:rPr>
              <a:t>Violation</a:t>
            </a:r>
            <a:endParaRPr lang="en-SG" sz="1400" dirty="0">
              <a:latin typeface="Aptos Mono" panose="020B0009020202020204" pitchFamily="49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EF6F78C-773D-2EC2-B96A-7E3A52EDD5D1}"/>
              </a:ext>
            </a:extLst>
          </p:cNvPr>
          <p:cNvSpPr txBox="1"/>
          <p:nvPr/>
        </p:nvSpPr>
        <p:spPr>
          <a:xfrm>
            <a:off x="506634" y="4399964"/>
            <a:ext cx="4694631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SG" b="1" dirty="0">
                <a:latin typeface="Aptos" panose="020B0004020202020204" pitchFamily="34" charset="0"/>
              </a:rPr>
              <a:t>Cleaning Action</a:t>
            </a:r>
            <a:endParaRPr i="0" u="none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3F5D4D2-E3BD-E7EC-A87E-5AA30078BA7E}"/>
              </a:ext>
            </a:extLst>
          </p:cNvPr>
          <p:cNvSpPr txBox="1"/>
          <p:nvPr/>
        </p:nvSpPr>
        <p:spPr>
          <a:xfrm>
            <a:off x="314960" y="742991"/>
            <a:ext cx="7373813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SG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Offence Variant Spelling Standardization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D3B8A9E6-B5E2-F3EE-0263-4268ABCC1CE6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4C39AA3E-D63D-AF33-6393-794DC40B15EE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1C6B3047-73D6-71A8-6197-D40182FEB559}"/>
              </a:ext>
            </a:extLst>
          </p:cNvPr>
          <p:cNvSpPr txBox="1"/>
          <p:nvPr/>
        </p:nvSpPr>
        <p:spPr>
          <a:xfrm>
            <a:off x="314960" y="233680"/>
            <a:ext cx="181267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DATA ENGINEERING &amp; ETL</a:t>
            </a:r>
            <a:endParaRPr lang="en-SG"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AC910E-63CF-071F-8C2B-1D58ADE7AE48}"/>
              </a:ext>
            </a:extLst>
          </p:cNvPr>
          <p:cNvSpPr txBox="1"/>
          <p:nvPr/>
        </p:nvSpPr>
        <p:spPr>
          <a:xfrm>
            <a:off x="500910" y="1987911"/>
            <a:ext cx="5013199" cy="2031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SG" sz="2200" dirty="0">
                <a:latin typeface="Aptos" panose="020B0004020202020204" pitchFamily="34" charset="0"/>
              </a:rPr>
              <a:t>Raw CLEAR descriptions contained inconsistent abbreviations, shorthand codes, and variant spellings (e.g., Crim Sexual Assault vs. Criminal Sexual Assault), creating artificial duplication in reporting.</a:t>
            </a:r>
            <a:endParaRPr sz="2200" i="0" u="none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CB4C7DB-BE5C-A9DB-78C6-65D815441545}"/>
              </a:ext>
            </a:extLst>
          </p:cNvPr>
          <p:cNvSpPr txBox="1"/>
          <p:nvPr/>
        </p:nvSpPr>
        <p:spPr>
          <a:xfrm>
            <a:off x="506635" y="4768118"/>
            <a:ext cx="4450476" cy="13542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SG" sz="2200" dirty="0">
                <a:latin typeface="Aptos" panose="020B0004020202020204" pitchFamily="34" charset="0"/>
              </a:rPr>
              <a:t>Power Query </a:t>
            </a:r>
            <a:r>
              <a:rPr lang="en-SG" sz="2200" dirty="0" err="1">
                <a:latin typeface="Aptos" panose="020B0004020202020204" pitchFamily="34" charset="0"/>
              </a:rPr>
              <a:t>Table.ReplaceValue</a:t>
            </a:r>
            <a:r>
              <a:rPr lang="en-SG" sz="2200" dirty="0">
                <a:latin typeface="Aptos" panose="020B0004020202020204" pitchFamily="34" charset="0"/>
              </a:rPr>
              <a:t> transformations were executed to standardize text strings across all offense descriptions:</a:t>
            </a:r>
            <a:endParaRPr sz="2200" i="0" u="none" dirty="0">
              <a:solidFill>
                <a:schemeClr val="bg2">
                  <a:lumMod val="10000"/>
                </a:schemeClr>
              </a:solidFill>
              <a:latin typeface="Aptos" panose="020B00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215139B-DC83-1838-B660-66127A6DD1A6}"/>
              </a:ext>
            </a:extLst>
          </p:cNvPr>
          <p:cNvGrpSpPr/>
          <p:nvPr/>
        </p:nvGrpSpPr>
        <p:grpSpPr>
          <a:xfrm>
            <a:off x="6603324" y="2045219"/>
            <a:ext cx="4983795" cy="4276254"/>
            <a:chOff x="609600" y="1463608"/>
            <a:chExt cx="4983795" cy="4641428"/>
          </a:xfrm>
        </p:grpSpPr>
        <p:sp>
          <p:nvSpPr>
            <p:cNvPr id="5" name="Rounded Rectangle 1">
              <a:extLst>
                <a:ext uri="{FF2B5EF4-FFF2-40B4-BE49-F238E27FC236}">
                  <a16:creationId xmlns:a16="http://schemas.microsoft.com/office/drawing/2014/main" id="{781F67D5-61E9-1070-3846-E794F67991A8}"/>
                </a:ext>
              </a:extLst>
            </p:cNvPr>
            <p:cNvSpPr/>
            <p:nvPr/>
          </p:nvSpPr>
          <p:spPr>
            <a:xfrm>
              <a:off x="609600" y="1692262"/>
              <a:ext cx="4983795" cy="4412774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6" name="Rectangle: Top Corners Rounded 5">
              <a:extLst>
                <a:ext uri="{FF2B5EF4-FFF2-40B4-BE49-F238E27FC236}">
                  <a16:creationId xmlns:a16="http://schemas.microsoft.com/office/drawing/2014/main" id="{9695EEF8-82E7-DABA-111F-150A788D7510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ED1F55D-6C79-0F50-4AC7-A9DAF0CAF363}"/>
              </a:ext>
            </a:extLst>
          </p:cNvPr>
          <p:cNvCxnSpPr>
            <a:cxnSpLocks/>
          </p:cNvCxnSpPr>
          <p:nvPr/>
        </p:nvCxnSpPr>
        <p:spPr>
          <a:xfrm>
            <a:off x="5853974" y="1292167"/>
            <a:ext cx="0" cy="5237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BE481C4-D45D-8C6E-0C64-4FB634842A8E}"/>
              </a:ext>
            </a:extLst>
          </p:cNvPr>
          <p:cNvCxnSpPr/>
          <p:nvPr/>
        </p:nvCxnSpPr>
        <p:spPr>
          <a:xfrm flipV="1">
            <a:off x="4358626" y="4023658"/>
            <a:ext cx="2056376" cy="2041742"/>
          </a:xfrm>
          <a:prstGeom prst="straightConnector1">
            <a:avLst/>
          </a:prstGeom>
          <a:ln w="19050">
            <a:solidFill>
              <a:srgbClr val="7A0103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7245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35B48C07-948E-B81F-A5D1-30D9FAF60E61}"/>
              </a:ext>
            </a:extLst>
          </p:cNvPr>
          <p:cNvSpPr txBox="1"/>
          <p:nvPr/>
        </p:nvSpPr>
        <p:spPr>
          <a:xfrm>
            <a:off x="400085" y="1420319"/>
            <a:ext cx="37181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Aptos" panose="020B0004020202020204" pitchFamily="34" charset="0"/>
              </a:rPr>
              <a:t>Volume &amp; Daily Average Measures</a:t>
            </a:r>
            <a:endParaRPr lang="en-SG" dirty="0">
              <a:latin typeface="Aptos" panose="020B00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943ADB-7638-D8B0-86FB-C9055A747CBC}"/>
              </a:ext>
            </a:extLst>
          </p:cNvPr>
          <p:cNvSpPr txBox="1"/>
          <p:nvPr/>
        </p:nvSpPr>
        <p:spPr>
          <a:xfrm>
            <a:off x="6275065" y="4493859"/>
            <a:ext cx="3475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Aptos" panose="020B0004020202020204" pitchFamily="34" charset="0"/>
              </a:rPr>
              <a:t>Arrest Rate % (Clearance Proxy)</a:t>
            </a:r>
            <a:endParaRPr lang="en-SG" dirty="0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3994BB6-F7ED-3C08-86E9-1B8B4DF6E5A1}"/>
              </a:ext>
            </a:extLst>
          </p:cNvPr>
          <p:cNvSpPr txBox="1"/>
          <p:nvPr/>
        </p:nvSpPr>
        <p:spPr>
          <a:xfrm>
            <a:off x="5842976" y="1413423"/>
            <a:ext cx="55300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Aptos" panose="020B0004020202020204" pitchFamily="34" charset="0"/>
              </a:rPr>
              <a:t>Offense Categorization Rates (Violent vs. Property)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7EAB332-CC7A-96B1-15AF-97880819A8A4}"/>
              </a:ext>
            </a:extLst>
          </p:cNvPr>
          <p:cNvSpPr txBox="1"/>
          <p:nvPr/>
        </p:nvSpPr>
        <p:spPr>
          <a:xfrm>
            <a:off x="642580" y="4493859"/>
            <a:ext cx="2879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b="1" dirty="0">
                <a:latin typeface="Aptos" panose="020B0004020202020204" pitchFamily="34" charset="0"/>
              </a:rPr>
              <a:t>District Ranking Measure</a:t>
            </a:r>
            <a:endParaRPr lang="en-SG" dirty="0"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7A9EF24-CFBC-2D6E-36A3-FC1CC796EB4C}"/>
              </a:ext>
            </a:extLst>
          </p:cNvPr>
          <p:cNvSpPr txBox="1"/>
          <p:nvPr/>
        </p:nvSpPr>
        <p:spPr>
          <a:xfrm>
            <a:off x="314960" y="742991"/>
            <a:ext cx="626774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Power BI DAX Measures Architecture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D6F2178-F346-CB16-51B2-57AEA865759E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0CAE5A-3E18-56DC-D149-611CB0080E03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C70E815-A53B-68F9-55D1-BE3690BBA7ED}"/>
              </a:ext>
            </a:extLst>
          </p:cNvPr>
          <p:cNvSpPr txBox="1"/>
          <p:nvPr/>
        </p:nvSpPr>
        <p:spPr>
          <a:xfrm>
            <a:off x="314960" y="233680"/>
            <a:ext cx="111498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DAX MEASURES</a:t>
            </a:r>
            <a:endParaRPr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D5D1876-18BA-6B78-0A7F-A54BCB7CB3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693" y="1999788"/>
            <a:ext cx="3335732" cy="77216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B64964A5-276F-4976-B2FD-21BAEF397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693" y="2998884"/>
            <a:ext cx="3335731" cy="114939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58D1BA6-4F5C-D379-1E5A-0D3A2C18F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23539"/>
            <a:ext cx="4070657" cy="1402624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295D6807-2770-82C6-EC0C-628D163A07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6636" y="2136389"/>
            <a:ext cx="2728446" cy="189982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C4587536-3D34-4FC9-C9CC-1B70B1A5FD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7201" y="2151797"/>
            <a:ext cx="3811157" cy="1598688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EA018BE2-6A2D-D46D-5429-B9AD21286C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2551" y="5031809"/>
            <a:ext cx="3447989" cy="1476348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C3B3F1B-07E1-B8BD-9FDC-8E0AF2DC2C7A}"/>
              </a:ext>
            </a:extLst>
          </p:cNvPr>
          <p:cNvCxnSpPr>
            <a:cxnSpLocks/>
          </p:cNvCxnSpPr>
          <p:nvPr/>
        </p:nvCxnSpPr>
        <p:spPr>
          <a:xfrm>
            <a:off x="4588989" y="1292167"/>
            <a:ext cx="0" cy="5237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A9E8FF-69C2-8DF0-3F5A-342BDD411FE2}"/>
              </a:ext>
            </a:extLst>
          </p:cNvPr>
          <p:cNvCxnSpPr>
            <a:cxnSpLocks/>
          </p:cNvCxnSpPr>
          <p:nvPr/>
        </p:nvCxnSpPr>
        <p:spPr>
          <a:xfrm>
            <a:off x="422551" y="4370545"/>
            <a:ext cx="113528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0FE4F5-0FD1-703A-908F-45979EBC73B0}"/>
              </a:ext>
            </a:extLst>
          </p:cNvPr>
          <p:cNvCxnSpPr>
            <a:cxnSpLocks/>
          </p:cNvCxnSpPr>
          <p:nvPr/>
        </p:nvCxnSpPr>
        <p:spPr>
          <a:xfrm>
            <a:off x="294640" y="1875708"/>
            <a:ext cx="11480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D6C502A6-F12B-C33C-2D81-A9CC3CEA921B}"/>
              </a:ext>
            </a:extLst>
          </p:cNvPr>
          <p:cNvCxnSpPr>
            <a:cxnSpLocks/>
          </p:cNvCxnSpPr>
          <p:nvPr/>
        </p:nvCxnSpPr>
        <p:spPr>
          <a:xfrm>
            <a:off x="400085" y="4920245"/>
            <a:ext cx="113528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F1B8B0-3753-A412-1C07-5A17A72FD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68583B4-ACA8-C2A9-E93C-0373A881DBD2}"/>
              </a:ext>
            </a:extLst>
          </p:cNvPr>
          <p:cNvSpPr txBox="1"/>
          <p:nvPr/>
        </p:nvSpPr>
        <p:spPr>
          <a:xfrm>
            <a:off x="437050" y="1782555"/>
            <a:ext cx="2699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7A0103"/>
                </a:solidFill>
                <a:latin typeface="Aptos" panose="020B0004020202020204" pitchFamily="34" charset="0"/>
              </a:rPr>
              <a:t>Finding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FAF76A-162B-1A6E-444C-121B3998CA2C}"/>
              </a:ext>
            </a:extLst>
          </p:cNvPr>
          <p:cNvSpPr txBox="1"/>
          <p:nvPr/>
        </p:nvSpPr>
        <p:spPr>
          <a:xfrm>
            <a:off x="3382552" y="1774118"/>
            <a:ext cx="26009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7A0103"/>
                </a:solidFill>
                <a:latin typeface="Aptos" panose="020B0004020202020204" pitchFamily="34" charset="0"/>
              </a:rPr>
              <a:t>Finding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30985DA-AE20-0AF5-091E-E2C5D73B8E87}"/>
              </a:ext>
            </a:extLst>
          </p:cNvPr>
          <p:cNvSpPr txBox="1"/>
          <p:nvPr/>
        </p:nvSpPr>
        <p:spPr>
          <a:xfrm>
            <a:off x="458508" y="4122581"/>
            <a:ext cx="270716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7A0103"/>
                </a:solidFill>
                <a:latin typeface="Aptos" panose="020B0004020202020204" pitchFamily="34" charset="0"/>
              </a:rPr>
              <a:t>Finding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1EAE430-BDD4-A860-8136-2D19CD5A884E}"/>
              </a:ext>
            </a:extLst>
          </p:cNvPr>
          <p:cNvSpPr txBox="1"/>
          <p:nvPr/>
        </p:nvSpPr>
        <p:spPr>
          <a:xfrm>
            <a:off x="3382552" y="4116205"/>
            <a:ext cx="2788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7A0103"/>
                </a:solidFill>
                <a:latin typeface="Aptos" panose="020B0004020202020204" pitchFamily="34" charset="0"/>
              </a:rPr>
              <a:t>Finding 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885134-CCB0-D275-3F26-3EC0A227B32E}"/>
              </a:ext>
            </a:extLst>
          </p:cNvPr>
          <p:cNvSpPr txBox="1"/>
          <p:nvPr/>
        </p:nvSpPr>
        <p:spPr>
          <a:xfrm>
            <a:off x="314960" y="742991"/>
            <a:ext cx="6452087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>
                <a:solidFill>
                  <a:srgbClr val="7A0103"/>
                </a:solidFill>
                <a:latin typeface="Aptos Mono" panose="020B0009020202020204" pitchFamily="49" charset="0"/>
              </a:rPr>
              <a:t>Executive Findings (Major Insights)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FCA2BCA-043A-CAD7-E136-786019DD8DEC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5D0DC82-541E-EE27-6C7B-E6C6C2DCA40B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60535F58-26B0-A4CF-CE9F-5DDB7617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7047" y="1691549"/>
            <a:ext cx="4525268" cy="205836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41D244A-1B63-C328-C3AD-19B6F780D22D}"/>
              </a:ext>
            </a:extLst>
          </p:cNvPr>
          <p:cNvCxnSpPr>
            <a:cxnSpLocks/>
          </p:cNvCxnSpPr>
          <p:nvPr/>
        </p:nvCxnSpPr>
        <p:spPr>
          <a:xfrm>
            <a:off x="6307386" y="1292167"/>
            <a:ext cx="0" cy="5237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316645E-397C-C9FB-571C-DA072FA132BE}"/>
              </a:ext>
            </a:extLst>
          </p:cNvPr>
          <p:cNvSpPr txBox="1"/>
          <p:nvPr/>
        </p:nvSpPr>
        <p:spPr>
          <a:xfrm>
            <a:off x="437050" y="2105965"/>
            <a:ext cx="229512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>
                <a:latin typeface="Aptos" panose="020B0004020202020204" pitchFamily="34" charset="0"/>
              </a:rPr>
              <a:t>Divergence in Volume vs. </a:t>
            </a:r>
            <a:br>
              <a:rPr lang="en-SG" sz="1000" b="1" dirty="0">
                <a:latin typeface="Aptos" panose="020B0004020202020204" pitchFamily="34" charset="0"/>
              </a:rPr>
            </a:br>
            <a:r>
              <a:rPr lang="en-SG" sz="1000" b="1" dirty="0">
                <a:latin typeface="Aptos" panose="020B0004020202020204" pitchFamily="34" charset="0"/>
              </a:rPr>
              <a:t>Clearance Performance</a:t>
            </a:r>
            <a:endParaRPr lang="en-SG" sz="1000" dirty="0">
              <a:latin typeface="Aptos" panose="020B0004020202020204" pitchFamily="34" charset="0"/>
            </a:endParaRPr>
          </a:p>
          <a:p>
            <a:pPr lvl="0"/>
            <a:r>
              <a:rPr lang="en-US" sz="1000" dirty="0">
                <a:latin typeface="Aptos" panose="020B0004020202020204" pitchFamily="34" charset="0"/>
              </a:rPr>
              <a:t>Total incidents rose from </a:t>
            </a:r>
            <a:r>
              <a:rPr lang="en-US" sz="1000" b="1" dirty="0">
                <a:latin typeface="Aptos" panose="020B0004020202020204" pitchFamily="34" charset="0"/>
              </a:rPr>
              <a:t>202,365</a:t>
            </a:r>
            <a:r>
              <a:rPr lang="en-US" sz="1000" dirty="0">
                <a:latin typeface="Aptos" panose="020B0004020202020204" pitchFamily="34" charset="0"/>
              </a:rPr>
              <a:t> in 2021 to </a:t>
            </a:r>
            <a:r>
              <a:rPr lang="en-US" sz="1000" b="1" dirty="0">
                <a:latin typeface="Aptos" panose="020B0004020202020204" pitchFamily="34" charset="0"/>
              </a:rPr>
              <a:t>219,033</a:t>
            </a:r>
            <a:r>
              <a:rPr lang="en-US" sz="1000" dirty="0">
                <a:latin typeface="Aptos" panose="020B0004020202020204" pitchFamily="34" charset="0"/>
              </a:rPr>
              <a:t> in 2022, yet the overall Arrest Rate dropped to </a:t>
            </a:r>
            <a:r>
              <a:rPr lang="en-US" sz="1000" b="1" dirty="0">
                <a:latin typeface="Aptos" panose="020B0004020202020204" pitchFamily="34" charset="0"/>
              </a:rPr>
              <a:t>11.2%</a:t>
            </a:r>
            <a:r>
              <a:rPr lang="en-US" sz="1000" dirty="0">
                <a:latin typeface="Aptos" panose="020B0004020202020204" pitchFamily="34" charset="0"/>
              </a:rPr>
              <a:t> in 2022 (down from 16.2% in 2020 and 12.3% in 2021; 3-year average: 13.2%)</a:t>
            </a:r>
            <a:endParaRPr lang="en-SG" sz="1000" dirty="0">
              <a:latin typeface="Aptos" panose="020B00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E9326D6-4897-5E67-BACA-EF793466B663}"/>
              </a:ext>
            </a:extLst>
          </p:cNvPr>
          <p:cNvSpPr txBox="1"/>
          <p:nvPr/>
        </p:nvSpPr>
        <p:spPr>
          <a:xfrm>
            <a:off x="3344740" y="2092356"/>
            <a:ext cx="24158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>
                <a:latin typeface="Aptos" panose="020B0004020202020204" pitchFamily="34" charset="0"/>
              </a:rPr>
              <a:t>Extreme Hourly Workload Clustering</a:t>
            </a:r>
            <a:endParaRPr lang="en-SG" sz="1000" dirty="0">
              <a:latin typeface="Aptos" panose="020B0004020202020204" pitchFamily="34" charset="0"/>
            </a:endParaRPr>
          </a:p>
          <a:p>
            <a:pPr lvl="0"/>
            <a:r>
              <a:rPr lang="en-US" sz="1000" dirty="0">
                <a:latin typeface="Aptos" panose="020B0004020202020204" pitchFamily="34" charset="0"/>
              </a:rPr>
              <a:t>Incident density forms a pronounced diurnal trough between 03:00–05:00 AM before surging rapidly to sustain peak pressure across the 16:00–00:00 window (39.5% of total volume). (Note: Raw 00:00 and 12:00 PM spikes reflect default logging timestamps)</a:t>
            </a:r>
            <a:endParaRPr lang="en-SG" sz="1000" dirty="0"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AE3655-712D-2B01-556E-1D2CBA51B6D5}"/>
              </a:ext>
            </a:extLst>
          </p:cNvPr>
          <p:cNvSpPr txBox="1"/>
          <p:nvPr/>
        </p:nvSpPr>
        <p:spPr>
          <a:xfrm>
            <a:off x="458508" y="4461135"/>
            <a:ext cx="23697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>
                <a:latin typeface="Aptos" panose="020B0004020202020204" pitchFamily="34" charset="0"/>
              </a:rPr>
              <a:t>High Volume of Incidents Without </a:t>
            </a:r>
            <a:br>
              <a:rPr lang="en-US" sz="1000" b="1" dirty="0">
                <a:latin typeface="Aptos" panose="020B0004020202020204" pitchFamily="34" charset="0"/>
              </a:rPr>
            </a:br>
            <a:r>
              <a:rPr lang="en-US" sz="1000" b="1" dirty="0">
                <a:latin typeface="Aptos" panose="020B0004020202020204" pitchFamily="34" charset="0"/>
              </a:rPr>
              <a:t>an Arrest </a:t>
            </a:r>
            <a:br>
              <a:rPr lang="en-US" sz="1000" b="1" dirty="0">
                <a:latin typeface="Aptos" panose="020B0004020202020204" pitchFamily="34" charset="0"/>
              </a:rPr>
            </a:br>
            <a:r>
              <a:rPr lang="en-US" sz="1000" dirty="0">
                <a:latin typeface="Aptos" panose="020B0004020202020204" pitchFamily="34" charset="0"/>
              </a:rPr>
              <a:t>Out of 629,345 total recorded incidents, 546,252 resulted in no arrest (86.8%), representing an ongoing investigative workload across property and non-violent crime categories.</a:t>
            </a:r>
            <a:endParaRPr lang="en-SG" sz="1000" dirty="0"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4F3CB7-8B72-55C5-9F6B-D54B9263892A}"/>
              </a:ext>
            </a:extLst>
          </p:cNvPr>
          <p:cNvSpPr txBox="1"/>
          <p:nvPr/>
        </p:nvSpPr>
        <p:spPr>
          <a:xfrm>
            <a:off x="3382552" y="4428053"/>
            <a:ext cx="229615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000" b="1" dirty="0">
                <a:latin typeface="Aptos" panose="020B0004020202020204" pitchFamily="34" charset="0"/>
              </a:rPr>
              <a:t>District Workload Imbalances</a:t>
            </a:r>
            <a:endParaRPr lang="en-SG" sz="1000" dirty="0">
              <a:latin typeface="Aptos" panose="020B0004020202020204" pitchFamily="34" charset="0"/>
            </a:endParaRPr>
          </a:p>
          <a:p>
            <a:pPr lvl="0"/>
            <a:r>
              <a:rPr lang="en-US" sz="1000" dirty="0">
                <a:latin typeface="Aptos" panose="020B0004020202020204" pitchFamily="34" charset="0"/>
              </a:rPr>
              <a:t>District 6 (40.8K), District 11 (39.7K), and District 8 (39.1K) consistently top the city in total incident volume and workload rank, carrying over 3x the volume of low-density outer districts (e.g., District 20)</a:t>
            </a:r>
            <a:endParaRPr lang="en-SG" sz="1000" dirty="0">
              <a:latin typeface="Aptos" panose="020B0004020202020204" pitchFamily="34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E1F4B3-FCE5-C2D4-3F7C-822382BF6D77}"/>
              </a:ext>
            </a:extLst>
          </p:cNvPr>
          <p:cNvGrpSpPr/>
          <p:nvPr/>
        </p:nvGrpSpPr>
        <p:grpSpPr>
          <a:xfrm>
            <a:off x="309739" y="1463608"/>
            <a:ext cx="2597098" cy="2055769"/>
            <a:chOff x="609600" y="1463608"/>
            <a:chExt cx="2597098" cy="2055769"/>
          </a:xfrm>
        </p:grpSpPr>
        <p:sp>
          <p:nvSpPr>
            <p:cNvPr id="21" name="Rounded Rectangle 1">
              <a:extLst>
                <a:ext uri="{FF2B5EF4-FFF2-40B4-BE49-F238E27FC236}">
                  <a16:creationId xmlns:a16="http://schemas.microsoft.com/office/drawing/2014/main" id="{BCDEDD26-FBD9-7358-D828-0ACE01EA27D3}"/>
                </a:ext>
              </a:extLst>
            </p:cNvPr>
            <p:cNvSpPr/>
            <p:nvPr/>
          </p:nvSpPr>
          <p:spPr>
            <a:xfrm>
              <a:off x="609601" y="1692262"/>
              <a:ext cx="2597097" cy="1827115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8E2EC956-7C31-19D6-0BA6-FC15F89D0469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A33EC22B-72C6-8A13-F825-E187DF6B0873}"/>
              </a:ext>
            </a:extLst>
          </p:cNvPr>
          <p:cNvSpPr txBox="1"/>
          <p:nvPr/>
        </p:nvSpPr>
        <p:spPr>
          <a:xfrm>
            <a:off x="314960" y="233680"/>
            <a:ext cx="7053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FINDINGS</a:t>
            </a:r>
            <a:endParaRPr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3FB874-8726-92AF-7CB2-7DB615044955}"/>
              </a:ext>
            </a:extLst>
          </p:cNvPr>
          <p:cNvGrpSpPr/>
          <p:nvPr/>
        </p:nvGrpSpPr>
        <p:grpSpPr>
          <a:xfrm>
            <a:off x="3237676" y="1463608"/>
            <a:ext cx="2597098" cy="2055769"/>
            <a:chOff x="609600" y="1463608"/>
            <a:chExt cx="2597098" cy="2055769"/>
          </a:xfrm>
        </p:grpSpPr>
        <p:sp>
          <p:nvSpPr>
            <p:cNvPr id="30" name="Rounded Rectangle 1">
              <a:extLst>
                <a:ext uri="{FF2B5EF4-FFF2-40B4-BE49-F238E27FC236}">
                  <a16:creationId xmlns:a16="http://schemas.microsoft.com/office/drawing/2014/main" id="{1C727264-9920-3952-3819-5C2FC8EDCDCD}"/>
                </a:ext>
              </a:extLst>
            </p:cNvPr>
            <p:cNvSpPr/>
            <p:nvPr/>
          </p:nvSpPr>
          <p:spPr>
            <a:xfrm>
              <a:off x="609601" y="1692262"/>
              <a:ext cx="2597097" cy="1827115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31" name="Rectangle: Top Corners Rounded 30">
              <a:extLst>
                <a:ext uri="{FF2B5EF4-FFF2-40B4-BE49-F238E27FC236}">
                  <a16:creationId xmlns:a16="http://schemas.microsoft.com/office/drawing/2014/main" id="{B2FDAE51-068E-6663-FF61-547F463EE1ED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109C019-7C80-1DFF-E91F-7C038DD6FE73}"/>
              </a:ext>
            </a:extLst>
          </p:cNvPr>
          <p:cNvGrpSpPr/>
          <p:nvPr/>
        </p:nvGrpSpPr>
        <p:grpSpPr>
          <a:xfrm>
            <a:off x="309739" y="3709007"/>
            <a:ext cx="2597098" cy="2055769"/>
            <a:chOff x="609600" y="1463608"/>
            <a:chExt cx="2597098" cy="2055769"/>
          </a:xfrm>
        </p:grpSpPr>
        <p:sp>
          <p:nvSpPr>
            <p:cNvPr id="48" name="Rounded Rectangle 1">
              <a:extLst>
                <a:ext uri="{FF2B5EF4-FFF2-40B4-BE49-F238E27FC236}">
                  <a16:creationId xmlns:a16="http://schemas.microsoft.com/office/drawing/2014/main" id="{3DE65C88-2771-DAC4-A270-9A6CF8E4B99B}"/>
                </a:ext>
              </a:extLst>
            </p:cNvPr>
            <p:cNvSpPr/>
            <p:nvPr/>
          </p:nvSpPr>
          <p:spPr>
            <a:xfrm>
              <a:off x="609601" y="1692262"/>
              <a:ext cx="2597097" cy="1827115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49" name="Rectangle: Top Corners Rounded 48">
              <a:extLst>
                <a:ext uri="{FF2B5EF4-FFF2-40B4-BE49-F238E27FC236}">
                  <a16:creationId xmlns:a16="http://schemas.microsoft.com/office/drawing/2014/main" id="{DBD53A73-F5F9-FDF7-2D45-7CAB21E8E851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62EF3476-0665-61E7-C6EB-ED907AE19269}"/>
              </a:ext>
            </a:extLst>
          </p:cNvPr>
          <p:cNvGrpSpPr/>
          <p:nvPr/>
        </p:nvGrpSpPr>
        <p:grpSpPr>
          <a:xfrm>
            <a:off x="3237676" y="3709007"/>
            <a:ext cx="2597098" cy="2055769"/>
            <a:chOff x="609600" y="1463608"/>
            <a:chExt cx="2597098" cy="2055769"/>
          </a:xfrm>
        </p:grpSpPr>
        <p:sp>
          <p:nvSpPr>
            <p:cNvPr id="51" name="Rounded Rectangle 1">
              <a:extLst>
                <a:ext uri="{FF2B5EF4-FFF2-40B4-BE49-F238E27FC236}">
                  <a16:creationId xmlns:a16="http://schemas.microsoft.com/office/drawing/2014/main" id="{35656BD2-A352-90F2-B1F3-5FE50E6B3CEF}"/>
                </a:ext>
              </a:extLst>
            </p:cNvPr>
            <p:cNvSpPr/>
            <p:nvPr/>
          </p:nvSpPr>
          <p:spPr>
            <a:xfrm>
              <a:off x="609601" y="1692262"/>
              <a:ext cx="2597097" cy="1827115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52" name="Rectangle: Top Corners Rounded 51">
              <a:extLst>
                <a:ext uri="{FF2B5EF4-FFF2-40B4-BE49-F238E27FC236}">
                  <a16:creationId xmlns:a16="http://schemas.microsoft.com/office/drawing/2014/main" id="{957A263C-8E6E-845D-CA53-D863786DAC3C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pic>
        <p:nvPicPr>
          <p:cNvPr id="54" name="Picture 53">
            <a:extLst>
              <a:ext uri="{FF2B5EF4-FFF2-40B4-BE49-F238E27FC236}">
                <a16:creationId xmlns:a16="http://schemas.microsoft.com/office/drawing/2014/main" id="{021EB4E4-95D3-6F7A-9569-C05028A650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6980" y="3937661"/>
            <a:ext cx="4525268" cy="158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67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3F470-11F8-F0B1-2095-EB4B05ABD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28869DB-32C1-D012-6F7E-B06733028DDD}"/>
              </a:ext>
            </a:extLst>
          </p:cNvPr>
          <p:cNvSpPr txBox="1"/>
          <p:nvPr/>
        </p:nvSpPr>
        <p:spPr>
          <a:xfrm>
            <a:off x="4427456" y="1786429"/>
            <a:ext cx="29253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7A0103"/>
                </a:solidFill>
                <a:latin typeface="Aptos" panose="020B0004020202020204" pitchFamily="34" charset="0"/>
              </a:rPr>
              <a:t>Finding 6</a:t>
            </a:r>
            <a:endParaRPr lang="en-SG" sz="1600" dirty="0">
              <a:solidFill>
                <a:srgbClr val="7A0103"/>
              </a:solidFill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97DF91-7D97-C828-4104-A5602676E098}"/>
              </a:ext>
            </a:extLst>
          </p:cNvPr>
          <p:cNvSpPr txBox="1"/>
          <p:nvPr/>
        </p:nvSpPr>
        <p:spPr>
          <a:xfrm>
            <a:off x="8277119" y="1786429"/>
            <a:ext cx="27703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7A0103"/>
                </a:solidFill>
                <a:latin typeface="Aptos" panose="020B0004020202020204" pitchFamily="34" charset="0"/>
              </a:rPr>
              <a:t>Finding 7</a:t>
            </a:r>
            <a:endParaRPr lang="en-SG" sz="1600" dirty="0">
              <a:solidFill>
                <a:srgbClr val="7A0103"/>
              </a:solidFill>
              <a:latin typeface="Aptos" panose="020B00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AFAACFF-9F40-BC8E-B9EF-868445E41048}"/>
              </a:ext>
            </a:extLst>
          </p:cNvPr>
          <p:cNvSpPr txBox="1"/>
          <p:nvPr/>
        </p:nvSpPr>
        <p:spPr>
          <a:xfrm>
            <a:off x="314960" y="742991"/>
            <a:ext cx="479297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Secondary &amp; Minor Findings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3A2CE50-5DB8-71CE-AA50-554D3F7A24DE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6E371C5-C2DA-CC89-EA27-7B5406D6BC70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6" name="Picture 15">
            <a:extLst>
              <a:ext uri="{FF2B5EF4-FFF2-40B4-BE49-F238E27FC236}">
                <a16:creationId xmlns:a16="http://schemas.microsoft.com/office/drawing/2014/main" id="{B1622CBF-2813-C556-8472-F781D81AE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807" y="4058153"/>
            <a:ext cx="3160734" cy="252220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95AC1B8-754F-A72F-5880-361E6D2848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4627"/>
          <a:stretch>
            <a:fillRect/>
          </a:stretch>
        </p:blipFill>
        <p:spPr>
          <a:xfrm>
            <a:off x="3724408" y="4157598"/>
            <a:ext cx="3160734" cy="242275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A31C4C-97CF-A593-C908-A75243C901DD}"/>
              </a:ext>
            </a:extLst>
          </p:cNvPr>
          <p:cNvCxnSpPr>
            <a:cxnSpLocks/>
          </p:cNvCxnSpPr>
          <p:nvPr/>
        </p:nvCxnSpPr>
        <p:spPr>
          <a:xfrm>
            <a:off x="294640" y="3928598"/>
            <a:ext cx="11352889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717E02D-DDE8-7B6A-BA23-98C489139642}"/>
              </a:ext>
            </a:extLst>
          </p:cNvPr>
          <p:cNvSpPr txBox="1"/>
          <p:nvPr/>
        </p:nvSpPr>
        <p:spPr>
          <a:xfrm>
            <a:off x="4427456" y="2064327"/>
            <a:ext cx="336018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Property Crime Dominance in </a:t>
            </a:r>
            <a:br>
              <a:rPr lang="en-SG" sz="1400" b="1" dirty="0">
                <a:latin typeface="Aptos" panose="020B0004020202020204" pitchFamily="34" charset="0"/>
              </a:rPr>
            </a:br>
            <a:r>
              <a:rPr lang="en-SG" sz="1400" b="1" dirty="0">
                <a:latin typeface="Aptos" panose="020B0004020202020204" pitchFamily="34" charset="0"/>
              </a:rPr>
              <a:t>High-Volume Areas</a:t>
            </a:r>
            <a:endParaRPr lang="en-SG" sz="1400" dirty="0">
              <a:latin typeface="Aptos" panose="020B0004020202020204" pitchFamily="34" charset="0"/>
            </a:endParaRPr>
          </a:p>
          <a:p>
            <a:pPr lvl="0"/>
            <a:r>
              <a:rPr lang="en-SG" sz="1400" dirty="0">
                <a:latin typeface="Aptos" panose="020B0004020202020204" pitchFamily="34" charset="0"/>
              </a:rPr>
              <a:t>Theft (129,424 cases) and Battery (119,960 cases) represent the two largest offense categories, with Theft heavily concentrated in retail/commercial hubs during afternoon hours.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C1BB9DA-E06C-4816-8120-8D647A8AAD49}"/>
              </a:ext>
            </a:extLst>
          </p:cNvPr>
          <p:cNvSpPr txBox="1"/>
          <p:nvPr/>
        </p:nvSpPr>
        <p:spPr>
          <a:xfrm>
            <a:off x="8277119" y="2064327"/>
            <a:ext cx="330528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Offense-Specific Clearance Asymmetry</a:t>
            </a:r>
            <a:endParaRPr lang="en-SG" sz="1400" dirty="0">
              <a:latin typeface="Aptos" panose="020B0004020202020204" pitchFamily="34" charset="0"/>
            </a:endParaRPr>
          </a:p>
          <a:p>
            <a:pPr lvl="0"/>
            <a:r>
              <a:rPr lang="en-SG" sz="1400" dirty="0">
                <a:latin typeface="Aptos" panose="020B0004020202020204" pitchFamily="34" charset="0"/>
              </a:rPr>
              <a:t>High clearance rates exist for narcotics (&gt;95%) and prostitution due to direct on-scene police action, whereas property thefts and criminal damage exhibit sub-10% clearance rates.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04239E1-CBE8-27E8-7563-4AA6EAC27FF4}"/>
              </a:ext>
            </a:extLst>
          </p:cNvPr>
          <p:cNvGrpSpPr/>
          <p:nvPr/>
        </p:nvGrpSpPr>
        <p:grpSpPr>
          <a:xfrm>
            <a:off x="309596" y="1463608"/>
            <a:ext cx="3505200" cy="2210480"/>
            <a:chOff x="609600" y="1463608"/>
            <a:chExt cx="3505200" cy="2210480"/>
          </a:xfrm>
        </p:grpSpPr>
        <p:sp>
          <p:nvSpPr>
            <p:cNvPr id="3" name="Rounded Rectangle 1">
              <a:extLst>
                <a:ext uri="{FF2B5EF4-FFF2-40B4-BE49-F238E27FC236}">
                  <a16:creationId xmlns:a16="http://schemas.microsoft.com/office/drawing/2014/main" id="{8093BD9E-B283-8189-FCE7-3FA965D6FBD7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6326B7FE-8A53-6A97-4A12-B5B65F3352E8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7CB0F48-B1ED-8B01-57C3-71CCAD6CC4B4}"/>
              </a:ext>
            </a:extLst>
          </p:cNvPr>
          <p:cNvGrpSpPr/>
          <p:nvPr/>
        </p:nvGrpSpPr>
        <p:grpSpPr>
          <a:xfrm>
            <a:off x="4282440" y="1463608"/>
            <a:ext cx="3505200" cy="2210480"/>
            <a:chOff x="609600" y="1463608"/>
            <a:chExt cx="3505200" cy="2210480"/>
          </a:xfrm>
        </p:grpSpPr>
        <p:sp>
          <p:nvSpPr>
            <p:cNvPr id="22" name="Rounded Rectangle 1">
              <a:extLst>
                <a:ext uri="{FF2B5EF4-FFF2-40B4-BE49-F238E27FC236}">
                  <a16:creationId xmlns:a16="http://schemas.microsoft.com/office/drawing/2014/main" id="{0BE40148-FA4B-E713-8799-D9934141A0D6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3" name="Rectangle: Top Corners Rounded 22">
              <a:extLst>
                <a:ext uri="{FF2B5EF4-FFF2-40B4-BE49-F238E27FC236}">
                  <a16:creationId xmlns:a16="http://schemas.microsoft.com/office/drawing/2014/main" id="{86F2CD06-CAB4-85C5-32EA-B28487D9EB04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D10F806-752C-068E-EE2E-8027EF895A35}"/>
              </a:ext>
            </a:extLst>
          </p:cNvPr>
          <p:cNvGrpSpPr/>
          <p:nvPr/>
        </p:nvGrpSpPr>
        <p:grpSpPr>
          <a:xfrm>
            <a:off x="8166844" y="1463608"/>
            <a:ext cx="3505200" cy="2210480"/>
            <a:chOff x="609600" y="1463608"/>
            <a:chExt cx="3505200" cy="2210480"/>
          </a:xfrm>
        </p:grpSpPr>
        <p:sp>
          <p:nvSpPr>
            <p:cNvPr id="25" name="Rounded Rectangle 1">
              <a:extLst>
                <a:ext uri="{FF2B5EF4-FFF2-40B4-BE49-F238E27FC236}">
                  <a16:creationId xmlns:a16="http://schemas.microsoft.com/office/drawing/2014/main" id="{29072A74-837C-F939-E450-14F1DF032003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ectangle: Top Corners Rounded 25">
              <a:extLst>
                <a:ext uri="{FF2B5EF4-FFF2-40B4-BE49-F238E27FC236}">
                  <a16:creationId xmlns:a16="http://schemas.microsoft.com/office/drawing/2014/main" id="{8ECB5742-7E87-013D-43BB-0847551DFC55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A4326D9A-80E4-5493-BCC5-B9B4396E225F}"/>
              </a:ext>
            </a:extLst>
          </p:cNvPr>
          <p:cNvSpPr txBox="1"/>
          <p:nvPr/>
        </p:nvSpPr>
        <p:spPr>
          <a:xfrm>
            <a:off x="314960" y="233680"/>
            <a:ext cx="7053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FINDINGS</a:t>
            </a:r>
            <a:endParaRPr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4C151E-9670-4455-2DF5-44B9006858FB}"/>
              </a:ext>
            </a:extLst>
          </p:cNvPr>
          <p:cNvSpPr txBox="1"/>
          <p:nvPr/>
        </p:nvSpPr>
        <p:spPr>
          <a:xfrm>
            <a:off x="437050" y="1782555"/>
            <a:ext cx="26998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600" b="1" dirty="0">
                <a:solidFill>
                  <a:srgbClr val="7A0103"/>
                </a:solidFill>
                <a:latin typeface="Aptos" panose="020B0004020202020204" pitchFamily="34" charset="0"/>
              </a:rPr>
              <a:t>Finding 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2ED92AF-3C88-89A4-3EB8-F200BD4C5420}"/>
              </a:ext>
            </a:extLst>
          </p:cNvPr>
          <p:cNvSpPr txBox="1"/>
          <p:nvPr/>
        </p:nvSpPr>
        <p:spPr>
          <a:xfrm>
            <a:off x="437050" y="2084315"/>
            <a:ext cx="31607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Domestic Incident Concentration in Residential Premises</a:t>
            </a:r>
            <a:endParaRPr lang="en-SG" sz="1400" dirty="0">
              <a:latin typeface="Aptos" panose="020B0004020202020204" pitchFamily="34" charset="0"/>
            </a:endParaRPr>
          </a:p>
          <a:p>
            <a:pPr lvl="0"/>
            <a:r>
              <a:rPr lang="en-SG" sz="1400" dirty="0">
                <a:latin typeface="Aptos" panose="020B0004020202020204" pitchFamily="34" charset="0"/>
              </a:rPr>
              <a:t>Domestic incidents represent </a:t>
            </a:r>
            <a:r>
              <a:rPr lang="en-SG" sz="1400" b="1" dirty="0">
                <a:latin typeface="Aptos" panose="020B0004020202020204" pitchFamily="34" charset="0"/>
              </a:rPr>
              <a:t>19.65% of total citywide crime</a:t>
            </a:r>
            <a:r>
              <a:rPr lang="en-SG" sz="1400" dirty="0">
                <a:latin typeface="Aptos" panose="020B0004020202020204" pitchFamily="34" charset="0"/>
              </a:rPr>
              <a:t>, with </a:t>
            </a:r>
            <a:r>
              <a:rPr lang="en-SG" sz="1400" b="1" dirty="0">
                <a:latin typeface="Aptos" panose="020B0004020202020204" pitchFamily="34" charset="0"/>
              </a:rPr>
              <a:t>42.94% of all crimes occurring within Residential/Apartment premises</a:t>
            </a:r>
            <a:r>
              <a:rPr lang="en-SG" sz="1400" dirty="0">
                <a:latin typeface="Aptos" panose="020B0004020202020204" pitchFamily="34" charset="0"/>
              </a:rPr>
              <a:t>.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04C8C2AD-B8E2-81DA-4FB4-5F5E593997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9211" y="4157598"/>
            <a:ext cx="4632833" cy="2406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3808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7CDF9-C0E6-18B0-65C1-7AFC3AC27E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7207C90-6CBE-2D34-1ECE-E80206A596F7}"/>
              </a:ext>
            </a:extLst>
          </p:cNvPr>
          <p:cNvSpPr txBox="1"/>
          <p:nvPr/>
        </p:nvSpPr>
        <p:spPr>
          <a:xfrm>
            <a:off x="374832" y="1752612"/>
            <a:ext cx="275503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Shift Schedule Overlays </a:t>
            </a:r>
            <a:br>
              <a:rPr lang="en-SG" sz="1400" b="1" dirty="0">
                <a:latin typeface="Aptos" panose="020B0004020202020204" pitchFamily="34" charset="0"/>
              </a:rPr>
            </a:br>
            <a:r>
              <a:rPr lang="en-SG" sz="1400" b="1" dirty="0">
                <a:latin typeface="Aptos" panose="020B0004020202020204" pitchFamily="34" charset="0"/>
              </a:rPr>
              <a:t>(15:00 - 23:00 Focus):</a:t>
            </a:r>
            <a:endParaRPr lang="en-SG" sz="1400" dirty="0">
              <a:latin typeface="Aptos" panose="020B0004020202020204" pitchFamily="34" charset="0"/>
            </a:endParaRPr>
          </a:p>
          <a:p>
            <a:pPr lvl="0"/>
            <a:r>
              <a:rPr lang="en-SG" sz="1400" dirty="0">
                <a:latin typeface="Aptos" panose="020B0004020202020204" pitchFamily="34" charset="0"/>
              </a:rPr>
              <a:t>Transition tactical units away from early morning shifts (03:00–07:00) to create an  overlapping </a:t>
            </a:r>
            <a:r>
              <a:rPr lang="en-SG" sz="1400" b="1" dirty="0">
                <a:latin typeface="Aptos" panose="020B0004020202020204" pitchFamily="34" charset="0"/>
              </a:rPr>
              <a:t>"Power Shift" covering 16:00 to 00:00</a:t>
            </a:r>
            <a:r>
              <a:rPr lang="en-SG" sz="1400" dirty="0">
                <a:latin typeface="Aptos" panose="020B0004020202020204" pitchFamily="34" charset="0"/>
              </a:rPr>
              <a:t>, matching the peak incident ramp-up.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E49B0-C79A-D5DC-771A-A7E379BF2F7F}"/>
              </a:ext>
            </a:extLst>
          </p:cNvPr>
          <p:cNvSpPr txBox="1"/>
          <p:nvPr/>
        </p:nvSpPr>
        <p:spPr>
          <a:xfrm>
            <a:off x="4011747" y="1834197"/>
            <a:ext cx="26880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SG" sz="1400" b="1" dirty="0">
                <a:latin typeface="Aptos" panose="020B0004020202020204" pitchFamily="34" charset="0"/>
              </a:rPr>
              <a:t>District Resource Rebalancing:</a:t>
            </a:r>
          </a:p>
          <a:p>
            <a:pPr lvl="0"/>
            <a:r>
              <a:rPr lang="en-US" sz="1400" dirty="0">
                <a:latin typeface="Aptos" panose="020B0004020202020204" pitchFamily="34" charset="0"/>
              </a:rPr>
              <a:t>Reallocate roving patrol units from District 20 (lowest volume rank) to District 6 (40.8K), District 11 (39.7K), and District 8 (39.1K) during Friday and Saturday evening hours.</a:t>
            </a:r>
            <a:endParaRPr lang="en-SG" sz="1400" dirty="0">
              <a:latin typeface="Aptos" panose="020B00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C5E6F5-47D6-A646-8A51-93167DAAC7DF}"/>
              </a:ext>
            </a:extLst>
          </p:cNvPr>
          <p:cNvSpPr txBox="1"/>
          <p:nvPr/>
        </p:nvSpPr>
        <p:spPr>
          <a:xfrm>
            <a:off x="374832" y="4465181"/>
            <a:ext cx="275503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Premise-Specific Patrol Focus:</a:t>
            </a:r>
            <a:endParaRPr lang="en-SG" sz="1400" dirty="0">
              <a:latin typeface="Aptos" panose="020B0004020202020204" pitchFamily="34" charset="0"/>
            </a:endParaRPr>
          </a:p>
          <a:p>
            <a:pPr lvl="0"/>
            <a:r>
              <a:rPr lang="en-SG" sz="1400" dirty="0">
                <a:latin typeface="Aptos" panose="020B0004020202020204" pitchFamily="34" charset="0"/>
              </a:rPr>
              <a:t>Increase visible foot and bike patrols in commercial corridors during </a:t>
            </a:r>
            <a:r>
              <a:rPr lang="en-SG" sz="1400" b="1" dirty="0">
                <a:latin typeface="Aptos" panose="020B0004020202020204" pitchFamily="34" charset="0"/>
              </a:rPr>
              <a:t>12:00–18:00</a:t>
            </a:r>
            <a:r>
              <a:rPr lang="en-SG" sz="1400" dirty="0">
                <a:latin typeface="Aptos" panose="020B0004020202020204" pitchFamily="34" charset="0"/>
              </a:rPr>
              <a:t> to mitigate retail theft, freeing up motorized units for violent crime response.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DF0915-B166-DC61-D8D3-1CC57693E5EC}"/>
              </a:ext>
            </a:extLst>
          </p:cNvPr>
          <p:cNvSpPr txBox="1"/>
          <p:nvPr/>
        </p:nvSpPr>
        <p:spPr>
          <a:xfrm>
            <a:off x="3928027" y="4483164"/>
            <a:ext cx="268802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Domestic Incident Rapid Response:</a:t>
            </a:r>
            <a:endParaRPr lang="en-SG" sz="1400" dirty="0">
              <a:latin typeface="Aptos" panose="020B0004020202020204" pitchFamily="34" charset="0"/>
            </a:endParaRPr>
          </a:p>
          <a:p>
            <a:pPr lvl="0"/>
            <a:r>
              <a:rPr lang="en-SG" sz="1400" dirty="0">
                <a:latin typeface="Aptos" panose="020B0004020202020204" pitchFamily="34" charset="0"/>
              </a:rPr>
              <a:t>Establish specialized domestic intervention teams tied to high-density residential wards to address the </a:t>
            </a:r>
            <a:r>
              <a:rPr lang="en-SG" sz="1400" b="1" dirty="0">
                <a:latin typeface="Aptos" panose="020B0004020202020204" pitchFamily="34" charset="0"/>
              </a:rPr>
              <a:t>19.65% domestic </a:t>
            </a:r>
            <a:r>
              <a:rPr lang="en-SG" sz="1400" dirty="0">
                <a:latin typeface="Aptos" panose="020B0004020202020204" pitchFamily="34" charset="0"/>
              </a:rPr>
              <a:t>crime baseline.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A3F9FA-20EA-AFA1-2CD9-68A299A04538}"/>
              </a:ext>
            </a:extLst>
          </p:cNvPr>
          <p:cNvSpPr txBox="1"/>
          <p:nvPr/>
        </p:nvSpPr>
        <p:spPr>
          <a:xfrm>
            <a:off x="314960" y="742991"/>
            <a:ext cx="8295541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Operational Recommendations for Command Staff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E4D71E3-EBE4-B631-9BB6-B682AFE7C922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AB9C87-EAC8-87BF-848D-A3501786EB26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CFC510AB-226D-B8EB-6677-86FCF19BCB3B}"/>
              </a:ext>
            </a:extLst>
          </p:cNvPr>
          <p:cNvSpPr txBox="1"/>
          <p:nvPr/>
        </p:nvSpPr>
        <p:spPr>
          <a:xfrm>
            <a:off x="314960" y="233680"/>
            <a:ext cx="70532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FINDINGS</a:t>
            </a:r>
            <a:endParaRPr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86AB7E0-629F-61FA-3E0D-AE26BA0C72B2}"/>
              </a:ext>
            </a:extLst>
          </p:cNvPr>
          <p:cNvGrpSpPr/>
          <p:nvPr/>
        </p:nvGrpSpPr>
        <p:grpSpPr>
          <a:xfrm>
            <a:off x="294639" y="1427160"/>
            <a:ext cx="3016469" cy="2210480"/>
            <a:chOff x="609600" y="1463608"/>
            <a:chExt cx="3505200" cy="2210480"/>
          </a:xfrm>
        </p:grpSpPr>
        <p:sp>
          <p:nvSpPr>
            <p:cNvPr id="15" name="Rounded Rectangle 1">
              <a:extLst>
                <a:ext uri="{FF2B5EF4-FFF2-40B4-BE49-F238E27FC236}">
                  <a16:creationId xmlns:a16="http://schemas.microsoft.com/office/drawing/2014/main" id="{BD8039D8-2213-8D65-30E3-B9E6A725B23E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6" name="Rectangle: Top Corners Rounded 15">
              <a:extLst>
                <a:ext uri="{FF2B5EF4-FFF2-40B4-BE49-F238E27FC236}">
                  <a16:creationId xmlns:a16="http://schemas.microsoft.com/office/drawing/2014/main" id="{314EF2E8-BDA5-28F9-6B74-9BCCF7603AA2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90CEDE-2648-4D50-8897-5171C2C9AD18}"/>
              </a:ext>
            </a:extLst>
          </p:cNvPr>
          <p:cNvGrpSpPr/>
          <p:nvPr/>
        </p:nvGrpSpPr>
        <p:grpSpPr>
          <a:xfrm>
            <a:off x="3886849" y="1463608"/>
            <a:ext cx="3016469" cy="2210480"/>
            <a:chOff x="609600" y="1463608"/>
            <a:chExt cx="3505200" cy="2210480"/>
          </a:xfrm>
        </p:grpSpPr>
        <p:sp>
          <p:nvSpPr>
            <p:cNvPr id="18" name="Rounded Rectangle 1">
              <a:extLst>
                <a:ext uri="{FF2B5EF4-FFF2-40B4-BE49-F238E27FC236}">
                  <a16:creationId xmlns:a16="http://schemas.microsoft.com/office/drawing/2014/main" id="{7A8FC138-7D53-46C2-8754-A467AE95B975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9" name="Rectangle: Top Corners Rounded 18">
              <a:extLst>
                <a:ext uri="{FF2B5EF4-FFF2-40B4-BE49-F238E27FC236}">
                  <a16:creationId xmlns:a16="http://schemas.microsoft.com/office/drawing/2014/main" id="{188294CD-0A62-9E02-87C8-2EB684B98EA8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46DDC70-F607-6D9B-85B1-B91FFE2002F3}"/>
              </a:ext>
            </a:extLst>
          </p:cNvPr>
          <p:cNvGrpSpPr/>
          <p:nvPr/>
        </p:nvGrpSpPr>
        <p:grpSpPr>
          <a:xfrm>
            <a:off x="294640" y="4060498"/>
            <a:ext cx="3016469" cy="2210480"/>
            <a:chOff x="609600" y="1463608"/>
            <a:chExt cx="3505200" cy="2210480"/>
          </a:xfrm>
        </p:grpSpPr>
        <p:sp>
          <p:nvSpPr>
            <p:cNvPr id="21" name="Rounded Rectangle 1">
              <a:extLst>
                <a:ext uri="{FF2B5EF4-FFF2-40B4-BE49-F238E27FC236}">
                  <a16:creationId xmlns:a16="http://schemas.microsoft.com/office/drawing/2014/main" id="{128E6BF9-FC9E-6B5D-1C3A-FF52DED82505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2" name="Rectangle: Top Corners Rounded 21">
              <a:extLst>
                <a:ext uri="{FF2B5EF4-FFF2-40B4-BE49-F238E27FC236}">
                  <a16:creationId xmlns:a16="http://schemas.microsoft.com/office/drawing/2014/main" id="{7D28DF40-FBE8-CE46-B36B-8FD8BF1E1A44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671056-3F55-3CD3-1033-0C6D1B99CD39}"/>
              </a:ext>
            </a:extLst>
          </p:cNvPr>
          <p:cNvGrpSpPr/>
          <p:nvPr/>
        </p:nvGrpSpPr>
        <p:grpSpPr>
          <a:xfrm>
            <a:off x="3803116" y="4060498"/>
            <a:ext cx="3016469" cy="2210480"/>
            <a:chOff x="609600" y="1463608"/>
            <a:chExt cx="3505200" cy="2210480"/>
          </a:xfrm>
        </p:grpSpPr>
        <p:sp>
          <p:nvSpPr>
            <p:cNvPr id="24" name="Rounded Rectangle 1">
              <a:extLst>
                <a:ext uri="{FF2B5EF4-FFF2-40B4-BE49-F238E27FC236}">
                  <a16:creationId xmlns:a16="http://schemas.microsoft.com/office/drawing/2014/main" id="{56C20F50-5D06-B138-128F-86D52CA1899A}"/>
                </a:ext>
              </a:extLst>
            </p:cNvPr>
            <p:cNvSpPr/>
            <p:nvPr/>
          </p:nvSpPr>
          <p:spPr>
            <a:xfrm>
              <a:off x="609600" y="1692262"/>
              <a:ext cx="3505200" cy="1981826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E2FDB91D-D9F7-EE98-CAEB-96D2BF30F501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7" name="TextBox 26">
            <a:extLst>
              <a:ext uri="{FF2B5EF4-FFF2-40B4-BE49-F238E27FC236}">
                <a16:creationId xmlns:a16="http://schemas.microsoft.com/office/drawing/2014/main" id="{ECFA96D9-A00F-5D29-F5CA-923AA274A69D}"/>
              </a:ext>
            </a:extLst>
          </p:cNvPr>
          <p:cNvSpPr txBox="1"/>
          <p:nvPr/>
        </p:nvSpPr>
        <p:spPr>
          <a:xfrm>
            <a:off x="8515073" y="1695036"/>
            <a:ext cx="2131994" cy="55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SG" sz="4200" b="1" i="0" u="none" spc="-150" dirty="0">
                <a:solidFill>
                  <a:srgbClr val="7A0103"/>
                </a:solidFill>
                <a:latin typeface="Aptos Mono" panose="020B0009020202020204" pitchFamily="49" charset="0"/>
              </a:rPr>
              <a:t>248,556</a:t>
            </a:r>
            <a:endParaRPr sz="4200" b="1" i="0" u="none" spc="-150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1725FE-A8CE-14E4-4E57-F68266BFF825}"/>
              </a:ext>
            </a:extLst>
          </p:cNvPr>
          <p:cNvSpPr txBox="1"/>
          <p:nvPr/>
        </p:nvSpPr>
        <p:spPr>
          <a:xfrm>
            <a:off x="8679798" y="2233745"/>
            <a:ext cx="1802545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SG" sz="1200" b="1" dirty="0">
                <a:latin typeface="Aptos" panose="020B0004020202020204" pitchFamily="34" charset="0"/>
              </a:rPr>
              <a:t>39.5% of Citywide Volume</a:t>
            </a:r>
            <a:endParaRPr sz="1200" b="1" i="0" u="none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163F78-BFEE-D094-7952-A758AC1D5EDD}"/>
              </a:ext>
            </a:extLst>
          </p:cNvPr>
          <p:cNvSpPr txBox="1"/>
          <p:nvPr/>
        </p:nvSpPr>
        <p:spPr>
          <a:xfrm>
            <a:off x="8347175" y="2502272"/>
            <a:ext cx="2467791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SG" sz="1200" dirty="0">
                <a:latin typeface="Aptos" panose="020B0004020202020204" pitchFamily="34" charset="0"/>
              </a:rPr>
              <a:t>Peak Incident Window (16:00 – 00:00)</a:t>
            </a:r>
            <a:endParaRPr sz="1200" b="1" i="0" u="none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D3990A6-EBC8-25E4-B2C8-E60F734521F8}"/>
              </a:ext>
            </a:extLst>
          </p:cNvPr>
          <p:cNvSpPr txBox="1"/>
          <p:nvPr/>
        </p:nvSpPr>
        <p:spPr>
          <a:xfrm>
            <a:off x="7684319" y="3238991"/>
            <a:ext cx="3678798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SG" sz="3000" b="1" i="0" u="none" spc="-150" dirty="0">
                <a:solidFill>
                  <a:srgbClr val="7A0103"/>
                </a:solidFill>
                <a:latin typeface="Aptos Mono" panose="020B0009020202020204" pitchFamily="49" charset="0"/>
              </a:rPr>
              <a:t>District 6 </a:t>
            </a:r>
            <a:br>
              <a:rPr lang="en-SG" sz="3000" b="1" i="0" u="none" spc="-150" dirty="0">
                <a:solidFill>
                  <a:srgbClr val="7A0103"/>
                </a:solidFill>
                <a:latin typeface="Aptos Mono" panose="020B0009020202020204" pitchFamily="49" charset="0"/>
              </a:rPr>
            </a:br>
            <a:r>
              <a:rPr lang="en-SG" sz="3000" b="1" i="0" u="none" spc="-150" dirty="0">
                <a:solidFill>
                  <a:srgbClr val="7A0103"/>
                </a:solidFill>
                <a:latin typeface="Aptos Mono" panose="020B0009020202020204" pitchFamily="49" charset="0"/>
              </a:rPr>
              <a:t>(#1 Rank Volume)</a:t>
            </a:r>
            <a:endParaRPr sz="3000" b="1" i="0" u="none" spc="-150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4D0BC80-7A9A-D3CB-B5ED-7DDF453871D4}"/>
              </a:ext>
            </a:extLst>
          </p:cNvPr>
          <p:cNvSpPr txBox="1"/>
          <p:nvPr/>
        </p:nvSpPr>
        <p:spPr>
          <a:xfrm>
            <a:off x="8577590" y="4225047"/>
            <a:ext cx="200696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200" b="1" dirty="0">
                <a:latin typeface="Aptos" panose="020B0004020202020204" pitchFamily="34" charset="0"/>
              </a:rPr>
              <a:t>High Workload vs. District 20</a:t>
            </a:r>
            <a:endParaRPr sz="1200" b="1" i="0" u="none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A0F2A0-CB80-F3A7-7CD4-C2B9A1D1AD86}"/>
              </a:ext>
            </a:extLst>
          </p:cNvPr>
          <p:cNvSpPr txBox="1"/>
          <p:nvPr/>
        </p:nvSpPr>
        <p:spPr>
          <a:xfrm>
            <a:off x="8074888" y="4479834"/>
            <a:ext cx="301236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200" dirty="0">
                <a:latin typeface="Aptos" panose="020B0004020202020204" pitchFamily="34" charset="0"/>
              </a:rPr>
              <a:t>Target Districts for Tactical Patrol Deployment</a:t>
            </a:r>
            <a:endParaRPr sz="1200" b="1" i="0" u="none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C1F17F-6226-AFC8-5391-9EF723F950F4}"/>
              </a:ext>
            </a:extLst>
          </p:cNvPr>
          <p:cNvSpPr txBox="1"/>
          <p:nvPr/>
        </p:nvSpPr>
        <p:spPr>
          <a:xfrm>
            <a:off x="8667359" y="5289250"/>
            <a:ext cx="1827423" cy="55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SG" sz="4200" b="1" i="0" u="none" spc="-150" dirty="0">
                <a:solidFill>
                  <a:srgbClr val="7A0103"/>
                </a:solidFill>
                <a:latin typeface="Aptos Mono" panose="020B0009020202020204" pitchFamily="49" charset="0"/>
              </a:rPr>
              <a:t>19.65%</a:t>
            </a:r>
            <a:endParaRPr sz="4200" b="1" i="0" u="none" spc="-150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964B92F-0AC1-0841-D914-BC5577868FC5}"/>
              </a:ext>
            </a:extLst>
          </p:cNvPr>
          <p:cNvSpPr txBox="1"/>
          <p:nvPr/>
        </p:nvSpPr>
        <p:spPr>
          <a:xfrm>
            <a:off x="8616704" y="5791882"/>
            <a:ext cx="1928733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200" b="1" dirty="0">
                <a:latin typeface="Aptos" panose="020B0004020202020204" pitchFamily="34" charset="0"/>
              </a:rPr>
              <a:t>Domestic Incident Baseline</a:t>
            </a:r>
            <a:endParaRPr sz="1200" b="1" i="0" u="none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BD4ACC5-AA6A-6917-F7AC-2C8AFC953069}"/>
              </a:ext>
            </a:extLst>
          </p:cNvPr>
          <p:cNvSpPr txBox="1"/>
          <p:nvPr/>
        </p:nvSpPr>
        <p:spPr>
          <a:xfrm>
            <a:off x="8074888" y="6044169"/>
            <a:ext cx="3012364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US" sz="1200" dirty="0">
                <a:latin typeface="Aptos" panose="020B0004020202020204" pitchFamily="34" charset="0"/>
              </a:rPr>
              <a:t>Triggers Dedicated Rapid Response Protocol</a:t>
            </a:r>
            <a:endParaRPr sz="1200" b="1" i="0" u="none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618F1585-4E02-63FA-AA38-89D23BD07863}"/>
              </a:ext>
            </a:extLst>
          </p:cNvPr>
          <p:cNvCxnSpPr>
            <a:cxnSpLocks/>
          </p:cNvCxnSpPr>
          <p:nvPr/>
        </p:nvCxnSpPr>
        <p:spPr>
          <a:xfrm>
            <a:off x="7271995" y="1292167"/>
            <a:ext cx="0" cy="5237289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DBD4CE71-4AE7-0CC2-8D39-8E3F209FB8CD}"/>
              </a:ext>
            </a:extLst>
          </p:cNvPr>
          <p:cNvCxnSpPr>
            <a:cxnSpLocks/>
          </p:cNvCxnSpPr>
          <p:nvPr/>
        </p:nvCxnSpPr>
        <p:spPr>
          <a:xfrm>
            <a:off x="7271995" y="3051272"/>
            <a:ext cx="45034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ED56A5ED-273C-D21A-C1C4-FEE06CDE4218}"/>
              </a:ext>
            </a:extLst>
          </p:cNvPr>
          <p:cNvCxnSpPr>
            <a:cxnSpLocks/>
          </p:cNvCxnSpPr>
          <p:nvPr/>
        </p:nvCxnSpPr>
        <p:spPr>
          <a:xfrm>
            <a:off x="7271995" y="4998604"/>
            <a:ext cx="4503445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9003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80DF2-3A85-1909-06E7-E1724A657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72037259-7BEC-7B65-CC80-83530150C76E}"/>
              </a:ext>
            </a:extLst>
          </p:cNvPr>
          <p:cNvSpPr txBox="1"/>
          <p:nvPr/>
        </p:nvSpPr>
        <p:spPr>
          <a:xfrm>
            <a:off x="314960" y="742991"/>
            <a:ext cx="7189469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Workload Driver Breakdown &amp; KPI Summary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30F6AB1-A090-5174-6AFA-4EE9B26584D7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30ABFDB-C8A1-9258-A4D8-CAC60E381C9F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A5FDD3C6-A093-074F-638E-66E451B7DF9B}"/>
              </a:ext>
            </a:extLst>
          </p:cNvPr>
          <p:cNvSpPr txBox="1"/>
          <p:nvPr/>
        </p:nvSpPr>
        <p:spPr>
          <a:xfrm>
            <a:off x="314960" y="233680"/>
            <a:ext cx="1577676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SG" sz="1200" b="1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DASHBOARD FEATURE</a:t>
            </a:r>
            <a:endParaRPr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5AD826-85A8-F992-4BBF-A2C816C88A02}"/>
              </a:ext>
            </a:extLst>
          </p:cNvPr>
          <p:cNvSpPr txBox="1"/>
          <p:nvPr/>
        </p:nvSpPr>
        <p:spPr>
          <a:xfrm>
            <a:off x="1296203" y="5593615"/>
            <a:ext cx="2131994" cy="5531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SG" sz="4200" b="1" i="0" u="none" spc="-150" dirty="0">
                <a:solidFill>
                  <a:srgbClr val="7A0103"/>
                </a:solidFill>
                <a:latin typeface="Aptos Mono" panose="020B0009020202020204" pitchFamily="49" charset="0"/>
              </a:rPr>
              <a:t>546,252</a:t>
            </a:r>
            <a:endParaRPr sz="4200" b="1" i="0" u="none" spc="-150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D1D5D2D-AFFD-9055-76C6-D82019F61F6E}"/>
              </a:ext>
            </a:extLst>
          </p:cNvPr>
          <p:cNvSpPr txBox="1"/>
          <p:nvPr/>
        </p:nvSpPr>
        <p:spPr>
          <a:xfrm>
            <a:off x="1456694" y="6198358"/>
            <a:ext cx="1811009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SG" sz="1200" dirty="0">
                <a:latin typeface="Aptos" panose="020B0004020202020204" pitchFamily="34" charset="0"/>
              </a:rPr>
              <a:t>Incidents Without an Arrest</a:t>
            </a:r>
            <a:endParaRPr sz="1200" b="1" i="0" u="none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B792C4-C20B-9828-1E52-EB0E22E02C7E}"/>
              </a:ext>
            </a:extLst>
          </p:cNvPr>
          <p:cNvSpPr txBox="1"/>
          <p:nvPr/>
        </p:nvSpPr>
        <p:spPr>
          <a:xfrm>
            <a:off x="4965881" y="5486002"/>
            <a:ext cx="2260234" cy="677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SG" sz="2200" b="1" spc="-150" dirty="0">
                <a:solidFill>
                  <a:srgbClr val="7A0103"/>
                </a:solidFill>
                <a:latin typeface="Aptos Mono" panose="020B0009020202020204" pitchFamily="49" charset="0"/>
              </a:rPr>
              <a:t>Fri &amp; Sat </a:t>
            </a:r>
          </a:p>
          <a:p>
            <a:pPr algn="ctr">
              <a:lnSpc>
                <a:spcPct val="100000"/>
              </a:lnSpc>
            </a:pPr>
            <a:r>
              <a:rPr lang="en-SG" sz="2200" b="1" spc="-150" dirty="0">
                <a:solidFill>
                  <a:srgbClr val="7A0103"/>
                </a:solidFill>
                <a:latin typeface="Aptos Mono" panose="020B0009020202020204" pitchFamily="49" charset="0"/>
              </a:rPr>
              <a:t>(18:00 - 23:00)</a:t>
            </a:r>
            <a:endParaRPr sz="2200" b="1" i="0" u="none" spc="-150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0437961-45B0-C6ED-99B7-71007D06E3E0}"/>
              </a:ext>
            </a:extLst>
          </p:cNvPr>
          <p:cNvSpPr txBox="1"/>
          <p:nvPr/>
        </p:nvSpPr>
        <p:spPr>
          <a:xfrm>
            <a:off x="5171484" y="6241315"/>
            <a:ext cx="1849032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SG" sz="1200" dirty="0">
                <a:latin typeface="Aptos" panose="020B0004020202020204" pitchFamily="34" charset="0"/>
              </a:rPr>
              <a:t>Peak Shift Pressure Window</a:t>
            </a:r>
            <a:endParaRPr sz="1200" b="1" i="0" u="none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6BE4B1A-9B96-5B16-ED68-E2E3E54B85EF}"/>
              </a:ext>
            </a:extLst>
          </p:cNvPr>
          <p:cNvSpPr txBox="1"/>
          <p:nvPr/>
        </p:nvSpPr>
        <p:spPr>
          <a:xfrm>
            <a:off x="8624341" y="5469672"/>
            <a:ext cx="2410916" cy="67710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SG" sz="2200" b="1" spc="-150" dirty="0">
                <a:solidFill>
                  <a:srgbClr val="7A0103"/>
                </a:solidFill>
                <a:latin typeface="Aptos Mono" panose="020B0009020202020204" pitchFamily="49" charset="0"/>
              </a:rPr>
              <a:t>District 6 </a:t>
            </a:r>
          </a:p>
          <a:p>
            <a:pPr algn="ctr">
              <a:lnSpc>
                <a:spcPct val="100000"/>
              </a:lnSpc>
            </a:pPr>
            <a:r>
              <a:rPr lang="en-SG" sz="2200" b="1" spc="-150" dirty="0">
                <a:solidFill>
                  <a:srgbClr val="7A0103"/>
                </a:solidFill>
                <a:latin typeface="Aptos Mono" panose="020B0009020202020204" pitchFamily="49" charset="0"/>
              </a:rPr>
              <a:t>(Highest Volume)</a:t>
            </a:r>
            <a:endParaRPr sz="2200" b="1" i="0" u="none" spc="-150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62C217-EAA4-38D4-5B0A-3BFC9A0D232B}"/>
              </a:ext>
            </a:extLst>
          </p:cNvPr>
          <p:cNvSpPr txBox="1"/>
          <p:nvPr/>
        </p:nvSpPr>
        <p:spPr>
          <a:xfrm>
            <a:off x="8620270" y="6241315"/>
            <a:ext cx="2419060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SG" sz="1200" dirty="0">
                <a:latin typeface="Aptos" panose="020B0004020202020204" pitchFamily="34" charset="0"/>
              </a:rPr>
              <a:t>Primary Geographic Workload Focus</a:t>
            </a:r>
            <a:endParaRPr sz="1200" b="1" i="0" u="none" dirty="0">
              <a:solidFill>
                <a:srgbClr val="64748B"/>
              </a:solidFill>
              <a:latin typeface="Aptos" panose="020B0004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E95FA09-506E-4098-C156-C0DB8C77D348}"/>
              </a:ext>
            </a:extLst>
          </p:cNvPr>
          <p:cNvCxnSpPr>
            <a:cxnSpLocks/>
          </p:cNvCxnSpPr>
          <p:nvPr/>
        </p:nvCxnSpPr>
        <p:spPr>
          <a:xfrm>
            <a:off x="314960" y="5328805"/>
            <a:ext cx="114604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AF40241-D835-9643-7FBB-5A19CB93C581}"/>
              </a:ext>
            </a:extLst>
          </p:cNvPr>
          <p:cNvCxnSpPr>
            <a:cxnSpLocks/>
          </p:cNvCxnSpPr>
          <p:nvPr/>
        </p:nvCxnSpPr>
        <p:spPr>
          <a:xfrm>
            <a:off x="3995395" y="5328805"/>
            <a:ext cx="0" cy="12006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33EFDF-3096-3FF8-CDC5-1D3207F3D98A}"/>
              </a:ext>
            </a:extLst>
          </p:cNvPr>
          <p:cNvCxnSpPr>
            <a:cxnSpLocks/>
          </p:cNvCxnSpPr>
          <p:nvPr/>
        </p:nvCxnSpPr>
        <p:spPr>
          <a:xfrm>
            <a:off x="7873128" y="5328805"/>
            <a:ext cx="0" cy="120065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C808F23-7C66-41D4-A57E-C80B0CA76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648" y="1461633"/>
            <a:ext cx="7244699" cy="3734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822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D58AA-2D06-F0D8-04CE-F66B628E2E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02DE8D8-6A5D-6E81-3B00-A0466703266F}"/>
              </a:ext>
            </a:extLst>
          </p:cNvPr>
          <p:cNvSpPr txBox="1"/>
          <p:nvPr/>
        </p:nvSpPr>
        <p:spPr>
          <a:xfrm>
            <a:off x="437668" y="1827764"/>
            <a:ext cx="4863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Data Architecture &amp; ETL Foundations</a:t>
            </a:r>
            <a:endParaRPr lang="en-SG" sz="1400" dirty="0">
              <a:latin typeface="Aptos" panose="020B00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C9595B-FD3D-BE58-4505-999FF612F205}"/>
              </a:ext>
            </a:extLst>
          </p:cNvPr>
          <p:cNvSpPr txBox="1"/>
          <p:nvPr/>
        </p:nvSpPr>
        <p:spPr>
          <a:xfrm>
            <a:off x="7659443" y="1866655"/>
            <a:ext cx="4863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ptos" panose="020B0004020202020204" pitchFamily="34" charset="0"/>
              </a:rPr>
              <a:t>Advanced DAX Engineering &amp; Visual Logic</a:t>
            </a:r>
            <a:endParaRPr lang="en-US" sz="1400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8C37CD-4308-B5A1-F40E-0A551CA6C0A6}"/>
              </a:ext>
            </a:extLst>
          </p:cNvPr>
          <p:cNvSpPr txBox="1"/>
          <p:nvPr/>
        </p:nvSpPr>
        <p:spPr>
          <a:xfrm>
            <a:off x="508985" y="4181496"/>
            <a:ext cx="48637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400" b="1" dirty="0">
                <a:latin typeface="Aptos" panose="020B0004020202020204" pitchFamily="34" charset="0"/>
              </a:rPr>
              <a:t>Executive UX &amp; Visual Analytics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223DB-E848-8CA5-9AAB-68A8F74FF65A}"/>
              </a:ext>
            </a:extLst>
          </p:cNvPr>
          <p:cNvSpPr txBox="1"/>
          <p:nvPr/>
        </p:nvSpPr>
        <p:spPr>
          <a:xfrm>
            <a:off x="314960" y="742991"/>
            <a:ext cx="9032922" cy="3693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2400" b="1" dirty="0">
                <a:solidFill>
                  <a:srgbClr val="7A0103"/>
                </a:solidFill>
                <a:latin typeface="Aptos Mono" panose="020B0009020202020204" pitchFamily="49" charset="0"/>
              </a:rPr>
              <a:t>Technical Implementation &amp; Dashboard Enhancements</a:t>
            </a:r>
            <a:endParaRPr sz="2400" b="1" i="0" u="none" dirty="0">
              <a:solidFill>
                <a:srgbClr val="7A0103"/>
              </a:solidFill>
              <a:latin typeface="Aptos Mono" panose="020B0009020202020204" pitchFamily="49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39B267B-9290-00FB-A4F2-E81480362A02}"/>
              </a:ext>
            </a:extLst>
          </p:cNvPr>
          <p:cNvCxnSpPr>
            <a:cxnSpLocks/>
          </p:cNvCxnSpPr>
          <p:nvPr/>
        </p:nvCxnSpPr>
        <p:spPr>
          <a:xfrm>
            <a:off x="294640" y="52000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370D9E1-BA6D-BB69-2452-8980747AFBA4}"/>
              </a:ext>
            </a:extLst>
          </p:cNvPr>
          <p:cNvCxnSpPr>
            <a:cxnSpLocks/>
          </p:cNvCxnSpPr>
          <p:nvPr/>
        </p:nvCxnSpPr>
        <p:spPr>
          <a:xfrm>
            <a:off x="294640" y="1292167"/>
            <a:ext cx="11480800" cy="0"/>
          </a:xfrm>
          <a:prstGeom prst="line">
            <a:avLst/>
          </a:prstGeom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6B0AD0B-06B7-E599-69F3-5CE5F3106DBD}"/>
              </a:ext>
            </a:extLst>
          </p:cNvPr>
          <p:cNvSpPr txBox="1"/>
          <p:nvPr/>
        </p:nvSpPr>
        <p:spPr>
          <a:xfrm>
            <a:off x="314960" y="233680"/>
            <a:ext cx="732188" cy="18466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1200" b="1" i="0" u="none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S</a:t>
            </a:r>
            <a:r>
              <a:rPr lang="en-SG" sz="1200" b="1" i="0" u="none" dirty="0">
                <a:solidFill>
                  <a:schemeClr val="accent2">
                    <a:lumMod val="50000"/>
                  </a:schemeClr>
                </a:solidFill>
                <a:latin typeface="Aptos" panose="020B0004020202020204" pitchFamily="34" charset="0"/>
                <a:cs typeface="Arial" panose="020B0604020202020204" pitchFamily="34" charset="0"/>
              </a:rPr>
              <a:t>UMMARY</a:t>
            </a:r>
            <a:endParaRPr sz="1200" b="1" i="0" u="none" dirty="0">
              <a:solidFill>
                <a:schemeClr val="accent2">
                  <a:lumMod val="50000"/>
                </a:schemeClr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A69C30B-FAFB-9A09-CF42-490D8123E94C}"/>
              </a:ext>
            </a:extLst>
          </p:cNvPr>
          <p:cNvSpPr txBox="1"/>
          <p:nvPr/>
        </p:nvSpPr>
        <p:spPr>
          <a:xfrm>
            <a:off x="437667" y="2160810"/>
            <a:ext cx="6238340" cy="1461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SG" sz="1400" dirty="0">
                <a:latin typeface="Aptos" panose="020B0004020202020204" pitchFamily="34" charset="0"/>
              </a:rPr>
              <a:t>Multi-Table Relational Model: Built a clean Star Schema data model connecting normalized fact tables (Incidents) and dimension lookup tables (</a:t>
            </a:r>
            <a:r>
              <a:rPr lang="en-SG" sz="1400" dirty="0" err="1">
                <a:latin typeface="Aptos" panose="020B0004020202020204" pitchFamily="34" charset="0"/>
              </a:rPr>
              <a:t>location_type</a:t>
            </a:r>
            <a:r>
              <a:rPr lang="en-SG" sz="1400" dirty="0">
                <a:latin typeface="Aptos" panose="020B0004020202020204" pitchFamily="34" charset="0"/>
              </a:rPr>
              <a:t>, </a:t>
            </a:r>
            <a:r>
              <a:rPr lang="en-SG" sz="1400" dirty="0" err="1">
                <a:latin typeface="Aptos" panose="020B0004020202020204" pitchFamily="34" charset="0"/>
              </a:rPr>
              <a:t>crime_types</a:t>
            </a:r>
            <a:r>
              <a:rPr lang="en-SG" sz="1400" dirty="0">
                <a:latin typeface="Aptos" panose="020B0004020202020204" pitchFamily="34" charset="0"/>
              </a:rPr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SG" sz="1400" dirty="0">
                <a:latin typeface="Aptos" panose="020B0004020202020204" pitchFamily="34" charset="0"/>
              </a:rPr>
              <a:t>Rigorous Data Hygiene: Filtered and cleaned 600k+ records by standardizing 14+ offense categories, removing invalid geospatial records (e.g., District 31), and handling null values across premise categories.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9FC9074-D1C4-B0EC-19AD-C1B52C943AAD}"/>
              </a:ext>
            </a:extLst>
          </p:cNvPr>
          <p:cNvGrpSpPr/>
          <p:nvPr/>
        </p:nvGrpSpPr>
        <p:grpSpPr>
          <a:xfrm>
            <a:off x="294638" y="1427160"/>
            <a:ext cx="6470145" cy="2251800"/>
            <a:chOff x="609599" y="1463608"/>
            <a:chExt cx="7518443" cy="2251800"/>
          </a:xfrm>
        </p:grpSpPr>
        <p:sp>
          <p:nvSpPr>
            <p:cNvPr id="14" name="Rounded Rectangle 1">
              <a:extLst>
                <a:ext uri="{FF2B5EF4-FFF2-40B4-BE49-F238E27FC236}">
                  <a16:creationId xmlns:a16="http://schemas.microsoft.com/office/drawing/2014/main" id="{EBEEA357-F1D2-0F64-638C-D66093156D3E}"/>
                </a:ext>
              </a:extLst>
            </p:cNvPr>
            <p:cNvSpPr/>
            <p:nvPr/>
          </p:nvSpPr>
          <p:spPr>
            <a:xfrm>
              <a:off x="609599" y="1692261"/>
              <a:ext cx="7518443" cy="2023147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7154185E-350F-7A50-00C9-4267B52292A4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5ED0093-8A6A-ECB0-CF99-D5EEB40BDC10}"/>
              </a:ext>
            </a:extLst>
          </p:cNvPr>
          <p:cNvGrpSpPr/>
          <p:nvPr/>
        </p:nvGrpSpPr>
        <p:grpSpPr>
          <a:xfrm>
            <a:off x="7587747" y="1427160"/>
            <a:ext cx="4166585" cy="3062110"/>
            <a:chOff x="609600" y="1463608"/>
            <a:chExt cx="4841658" cy="3352573"/>
          </a:xfrm>
        </p:grpSpPr>
        <p:sp>
          <p:nvSpPr>
            <p:cNvPr id="20" name="Rounded Rectangle 1">
              <a:extLst>
                <a:ext uri="{FF2B5EF4-FFF2-40B4-BE49-F238E27FC236}">
                  <a16:creationId xmlns:a16="http://schemas.microsoft.com/office/drawing/2014/main" id="{E35B6545-1A0D-361B-AAAC-78C6ABEBD01F}"/>
                </a:ext>
              </a:extLst>
            </p:cNvPr>
            <p:cNvSpPr/>
            <p:nvPr/>
          </p:nvSpPr>
          <p:spPr>
            <a:xfrm>
              <a:off x="609600" y="1692260"/>
              <a:ext cx="4841658" cy="3123921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1" name="Rectangle: Top Corners Rounded 20">
              <a:extLst>
                <a:ext uri="{FF2B5EF4-FFF2-40B4-BE49-F238E27FC236}">
                  <a16:creationId xmlns:a16="http://schemas.microsoft.com/office/drawing/2014/main" id="{3A0B8288-A6F6-D21B-4853-308516418B29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EAD3D20-181D-BA19-581A-572CBA0235DF}"/>
              </a:ext>
            </a:extLst>
          </p:cNvPr>
          <p:cNvSpPr txBox="1"/>
          <p:nvPr/>
        </p:nvSpPr>
        <p:spPr>
          <a:xfrm>
            <a:off x="7659443" y="2245646"/>
            <a:ext cx="4095268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Formatted KPI Cards: Custom DAX (FORMAT, TOPN) displaying formatted labels like 12:00 PM (Peak Hour).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Dynamic Performance DAX: Built RANKX, Arrest Rate %, and Domestic Rate % measures that adapt to slicers.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Shift Window Analytics: Isolated 16:00–24:00 Power Shift and Fri/Sat evening surge volumes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EF84D0EA-9371-A745-D51D-4A15394D0099}"/>
              </a:ext>
            </a:extLst>
          </p:cNvPr>
          <p:cNvGrpSpPr/>
          <p:nvPr/>
        </p:nvGrpSpPr>
        <p:grpSpPr>
          <a:xfrm>
            <a:off x="355402" y="3843132"/>
            <a:ext cx="6409381" cy="2204550"/>
            <a:chOff x="609599" y="1463608"/>
            <a:chExt cx="7447834" cy="1936874"/>
          </a:xfrm>
        </p:grpSpPr>
        <p:sp>
          <p:nvSpPr>
            <p:cNvPr id="24" name="Rounded Rectangle 1">
              <a:extLst>
                <a:ext uri="{FF2B5EF4-FFF2-40B4-BE49-F238E27FC236}">
                  <a16:creationId xmlns:a16="http://schemas.microsoft.com/office/drawing/2014/main" id="{CD3CD874-C132-9675-80B9-EDADDF6C6BF5}"/>
                </a:ext>
              </a:extLst>
            </p:cNvPr>
            <p:cNvSpPr/>
            <p:nvPr/>
          </p:nvSpPr>
          <p:spPr>
            <a:xfrm>
              <a:off x="609599" y="1692261"/>
              <a:ext cx="7447834" cy="1708221"/>
            </a:xfrm>
            <a:prstGeom prst="rect">
              <a:avLst/>
            </a:prstGeom>
            <a:noFill/>
            <a:ln w="9525"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25" name="Rectangle: Top Corners Rounded 24">
              <a:extLst>
                <a:ext uri="{FF2B5EF4-FFF2-40B4-BE49-F238E27FC236}">
                  <a16:creationId xmlns:a16="http://schemas.microsoft.com/office/drawing/2014/main" id="{7E9FFC9B-9AC5-1849-DF66-3F09AA0E5433}"/>
                </a:ext>
              </a:extLst>
            </p:cNvPr>
            <p:cNvSpPr/>
            <p:nvPr/>
          </p:nvSpPr>
          <p:spPr>
            <a:xfrm>
              <a:off x="609600" y="1463608"/>
              <a:ext cx="673178" cy="228654"/>
            </a:xfrm>
            <a:prstGeom prst="round2SameRect">
              <a:avLst/>
            </a:prstGeom>
            <a:noFill/>
            <a:ln>
              <a:solidFill>
                <a:srgbClr val="7A010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70BC806E-874D-C873-F070-00BC14643DBB}"/>
              </a:ext>
            </a:extLst>
          </p:cNvPr>
          <p:cNvSpPr txBox="1"/>
          <p:nvPr/>
        </p:nvSpPr>
        <p:spPr>
          <a:xfrm>
            <a:off x="508984" y="4508799"/>
            <a:ext cx="6167023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Interactive Root Cause Analysis: Decomposition Tree for dynamic volume drill-downs.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Searchable Multi-Select Slicers: Instant filtering across high-cardinality location and crime fields. 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ptos" panose="020B0004020202020204" pitchFamily="34" charset="0"/>
              </a:rPr>
              <a:t>Insight-Driven Titles: Decision-focused visual headers replacing default column names. </a:t>
            </a:r>
          </a:p>
        </p:txBody>
      </p:sp>
    </p:spTree>
    <p:extLst>
      <p:ext uri="{BB962C8B-B14F-4D97-AF65-F5344CB8AC3E}">
        <p14:creationId xmlns:p14="http://schemas.microsoft.com/office/powerpoint/2010/main" val="1738456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748964" y="3000375"/>
            <a:ext cx="2694071" cy="6617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en-SG" sz="4300" b="1" i="0" u="none" dirty="0">
                <a:solidFill>
                  <a:srgbClr val="7A0103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Thank you!</a:t>
            </a:r>
            <a:endParaRPr sz="4300" b="1" i="0" u="none" dirty="0">
              <a:solidFill>
                <a:srgbClr val="7A0103"/>
              </a:solidFill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1804</Words>
  <Application>Microsoft Office PowerPoint</Application>
  <PresentationFormat>Widescreen</PresentationFormat>
  <Paragraphs>191</Paragraphs>
  <Slides>14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 Mono</vt:lpstr>
      <vt:lpstr>Arial</vt:lpstr>
      <vt:lpstr>Aptos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Ahmad Akmal</cp:lastModifiedBy>
  <cp:revision>13</cp:revision>
  <dcterms:created xsi:type="dcterms:W3CDTF">2013-01-27T09:14:16Z</dcterms:created>
  <dcterms:modified xsi:type="dcterms:W3CDTF">2026-10-18T23:28:30Z</dcterms:modified>
  <cp:category/>
</cp:coreProperties>
</file>